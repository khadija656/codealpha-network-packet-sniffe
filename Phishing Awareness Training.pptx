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Liter" charset="-122" pitchFamily="34"/>
      <p:regular r:id="rId17"/>
    </p:embeddedFont>
    <p:embeddedFont>
      <p:font typeface="Quattrocento 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4dk5oazw5bkk/mnt/agents/output/phishing-awareness/images/2_26_740_Cyber_Threat_Background_Royalty.png">    </p:cNvPr>
          <p:cNvPicPr>
            <a:picLocks noChangeAspect="1"/>
          </p:cNvPicPr>
          <p:nvPr/>
        </p:nvPicPr>
        <p:blipFill>
          <a:blip r:embed="rId1"/>
          <a:srcRect l="2137" r="213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C1E">
                  <a:alpha val="90000"/>
                </a:srgbClr>
              </a:gs>
              <a:gs pos="100000">
                <a:srgbClr val="1C1C1E">
                  <a:alpha val="95000"/>
                </a:srgbClr>
              </a:gs>
            </a:gsLst>
            <a:path path="circle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PHISHING AWARENESS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778000" y="4064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858000" y="4953000"/>
            <a:ext cx="2540000" cy="381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CodeAlpha Internship — Khadija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823200" y="609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C7861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Phishing?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861E"/>
          </a:solidFill>
          <a:ln/>
        </p:spPr>
      </p:sp>
      <p:pic>
        <p:nvPicPr>
          <p:cNvPr id="4" name="Image 0" descr="https://kimi-img.moonshot.cn/pub/slides/okc/h4dk5oazw5bkk/mnt/agents/output/phishing-awareness/images/9_18_700_Phishing_Email_Stock_Phot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524000"/>
            <a:ext cx="6096000" cy="6858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7366000" y="1524000"/>
            <a:ext cx="812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Phishing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cyber attack where attackers impersonate trusted entities to steal sensitive information like passwords, credit card numbers, or personal data.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term comes from "fishing" — attackers cast a wide net, hoping someone takes the bait.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66000" y="4318000"/>
            <a:ext cx="8128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470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625" y="63500"/>
                </a:moveTo>
                <a:cubicBezTo>
                  <a:pt x="21332" y="63500"/>
                  <a:pt x="0" y="84832"/>
                  <a:pt x="0" y="111125"/>
                </a:cubicBezTo>
                <a:cubicBezTo>
                  <a:pt x="0" y="126107"/>
                  <a:pt x="7045" y="140196"/>
                  <a:pt x="19050" y="149225"/>
                </a:cubicBezTo>
                <a:lnTo>
                  <a:pt x="225425" y="304006"/>
                </a:lnTo>
                <a:cubicBezTo>
                  <a:pt x="242391" y="316706"/>
                  <a:pt x="265609" y="316706"/>
                  <a:pt x="282575" y="304006"/>
                </a:cubicBezTo>
                <a:lnTo>
                  <a:pt x="488950" y="149225"/>
                </a:lnTo>
                <a:cubicBezTo>
                  <a:pt x="500955" y="140196"/>
                  <a:pt x="508000" y="126107"/>
                  <a:pt x="508000" y="111125"/>
                </a:cubicBezTo>
                <a:cubicBezTo>
                  <a:pt x="508000" y="84832"/>
                  <a:pt x="486668" y="63500"/>
                  <a:pt x="460375" y="63500"/>
                </a:cubicBezTo>
                <a:lnTo>
                  <a:pt x="47625" y="63500"/>
                </a:lnTo>
                <a:close/>
                <a:moveTo>
                  <a:pt x="0" y="194469"/>
                </a:moveTo>
                <a:lnTo>
                  <a:pt x="0" y="381000"/>
                </a:lnTo>
                <a:cubicBezTo>
                  <a:pt x="0" y="416024"/>
                  <a:pt x="28476" y="444500"/>
                  <a:pt x="63500" y="444500"/>
                </a:cubicBezTo>
                <a:lnTo>
                  <a:pt x="444500" y="444500"/>
                </a:lnTo>
                <a:cubicBezTo>
                  <a:pt x="479524" y="444500"/>
                  <a:pt x="508000" y="416024"/>
                  <a:pt x="508000" y="381000"/>
                </a:cubicBezTo>
                <a:lnTo>
                  <a:pt x="508000" y="194469"/>
                </a:lnTo>
                <a:lnTo>
                  <a:pt x="311150" y="342106"/>
                </a:lnTo>
                <a:cubicBezTo>
                  <a:pt x="277316" y="367506"/>
                  <a:pt x="230684" y="367506"/>
                  <a:pt x="196850" y="342106"/>
                </a:cubicBezTo>
                <a:lnTo>
                  <a:pt x="0" y="194469"/>
                </a:ln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8" name="Text 5"/>
          <p:cNvSpPr/>
          <p:nvPr/>
        </p:nvSpPr>
        <p:spPr>
          <a:xfrm>
            <a:off x="8382000" y="4445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3.4 Billion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382000" y="51435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phishing emails sent every day worldwide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66000" y="5842000"/>
            <a:ext cx="8128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47000" y="622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68585" y="0"/>
                  <a:pt x="281980" y="8037"/>
                  <a:pt x="288925" y="20836"/>
                </a:cubicBezTo>
                <a:lnTo>
                  <a:pt x="503238" y="417711"/>
                </a:lnTo>
                <a:cubicBezTo>
                  <a:pt x="509885" y="430014"/>
                  <a:pt x="509588" y="444897"/>
                  <a:pt x="502444" y="456902"/>
                </a:cubicBezTo>
                <a:cubicBezTo>
                  <a:pt x="495300" y="468908"/>
                  <a:pt x="482302" y="476250"/>
                  <a:pt x="468313" y="476250"/>
                </a:cubicBezTo>
                <a:lnTo>
                  <a:pt x="39688" y="476250"/>
                </a:lnTo>
                <a:cubicBezTo>
                  <a:pt x="25698" y="476250"/>
                  <a:pt x="12799" y="468908"/>
                  <a:pt x="5556" y="456902"/>
                </a:cubicBezTo>
                <a:cubicBezTo>
                  <a:pt x="-1687" y="444897"/>
                  <a:pt x="-1885" y="430014"/>
                  <a:pt x="4763" y="417711"/>
                </a:cubicBezTo>
                <a:lnTo>
                  <a:pt x="219075" y="20836"/>
                </a:lnTo>
                <a:cubicBezTo>
                  <a:pt x="226020" y="8037"/>
                  <a:pt x="239415" y="0"/>
                  <a:pt x="254000" y="0"/>
                </a:cubicBezTo>
                <a:close/>
                <a:moveTo>
                  <a:pt x="254000" y="166688"/>
                </a:moveTo>
                <a:cubicBezTo>
                  <a:pt x="240804" y="166688"/>
                  <a:pt x="230188" y="177304"/>
                  <a:pt x="230188" y="190500"/>
                </a:cubicBezTo>
                <a:lnTo>
                  <a:pt x="230188" y="301625"/>
                </a:lnTo>
                <a:cubicBezTo>
                  <a:pt x="230188" y="314821"/>
                  <a:pt x="240804" y="325438"/>
                  <a:pt x="254000" y="325438"/>
                </a:cubicBezTo>
                <a:cubicBezTo>
                  <a:pt x="267196" y="325438"/>
                  <a:pt x="277813" y="314821"/>
                  <a:pt x="277813" y="301625"/>
                </a:cubicBezTo>
                <a:lnTo>
                  <a:pt x="277813" y="190500"/>
                </a:lnTo>
                <a:cubicBezTo>
                  <a:pt x="277813" y="177304"/>
                  <a:pt x="267196" y="166688"/>
                  <a:pt x="254000" y="166688"/>
                </a:cubicBezTo>
                <a:close/>
                <a:moveTo>
                  <a:pt x="280491" y="381000"/>
                </a:moveTo>
                <a:cubicBezTo>
                  <a:pt x="281094" y="371167"/>
                  <a:pt x="276190" y="361811"/>
                  <a:pt x="267761" y="356712"/>
                </a:cubicBezTo>
                <a:cubicBezTo>
                  <a:pt x="259331" y="351613"/>
                  <a:pt x="248768" y="351613"/>
                  <a:pt x="240339" y="356712"/>
                </a:cubicBezTo>
                <a:cubicBezTo>
                  <a:pt x="231909" y="361811"/>
                  <a:pt x="227005" y="371167"/>
                  <a:pt x="227608" y="381000"/>
                </a:cubicBezTo>
                <a:cubicBezTo>
                  <a:pt x="227005" y="390833"/>
                  <a:pt x="231909" y="400189"/>
                  <a:pt x="240339" y="405288"/>
                </a:cubicBezTo>
                <a:cubicBezTo>
                  <a:pt x="248768" y="410387"/>
                  <a:pt x="259331" y="410387"/>
                  <a:pt x="267761" y="405288"/>
                </a:cubicBezTo>
                <a:cubicBezTo>
                  <a:pt x="276190" y="400189"/>
                  <a:pt x="281094" y="390833"/>
                  <a:pt x="280491" y="381000"/>
                </a:cubicBez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12" name="Text 9"/>
          <p:cNvSpPr/>
          <p:nvPr/>
        </p:nvSpPr>
        <p:spPr>
          <a:xfrm>
            <a:off x="8382000" y="5969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36%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8382000" y="66675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all data breaches are caused by phishing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15" name="Text 12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Phishing?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Phishing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4699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57150"/>
                </a:moveTo>
                <a:cubicBezTo>
                  <a:pt x="19199" y="57150"/>
                  <a:pt x="0" y="76349"/>
                  <a:pt x="0" y="100013"/>
                </a:cubicBezTo>
                <a:cubicBezTo>
                  <a:pt x="0" y="113496"/>
                  <a:pt x="6340" y="126176"/>
                  <a:pt x="17145" y="134303"/>
                </a:cubicBezTo>
                <a:lnTo>
                  <a:pt x="202883" y="273606"/>
                </a:lnTo>
                <a:cubicBezTo>
                  <a:pt x="218152" y="285036"/>
                  <a:pt x="239048" y="285036"/>
                  <a:pt x="254318" y="273606"/>
                </a:cubicBezTo>
                <a:lnTo>
                  <a:pt x="440055" y="134302"/>
                </a:lnTo>
                <a:cubicBezTo>
                  <a:pt x="450860" y="126176"/>
                  <a:pt x="457200" y="113496"/>
                  <a:pt x="457200" y="100012"/>
                </a:cubicBezTo>
                <a:cubicBezTo>
                  <a:pt x="457200" y="76349"/>
                  <a:pt x="438001" y="57150"/>
                  <a:pt x="414338" y="57150"/>
                </a:cubicBezTo>
                <a:lnTo>
                  <a:pt x="42863" y="57150"/>
                </a:lnTo>
                <a:close/>
                <a:moveTo>
                  <a:pt x="0" y="175022"/>
                </a:move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00050" y="400050"/>
                </a:lnTo>
                <a:cubicBezTo>
                  <a:pt x="431572" y="400050"/>
                  <a:pt x="457200" y="374422"/>
                  <a:pt x="457200" y="342900"/>
                </a:cubicBezTo>
                <a:lnTo>
                  <a:pt x="457200" y="175022"/>
                </a:lnTo>
                <a:lnTo>
                  <a:pt x="280035" y="307896"/>
                </a:lnTo>
                <a:cubicBezTo>
                  <a:pt x="249585" y="330756"/>
                  <a:pt x="207615" y="330756"/>
                  <a:pt x="177165" y="307896"/>
                </a:cubicBezTo>
                <a:lnTo>
                  <a:pt x="0" y="175022"/>
                </a:ln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286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Phishing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9500" y="27305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most common form — mass emails disguised as banks, social media, or trusted companies with malicious links or attachments.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78500" y="1460500"/>
            <a:ext cx="4699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60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28625"/>
                </a:moveTo>
                <a:cubicBezTo>
                  <a:pt x="354866" y="428625"/>
                  <a:pt x="457200" y="332631"/>
                  <a:pt x="457200" y="214313"/>
                </a:cubicBezTo>
                <a:cubicBezTo>
                  <a:pt x="457200" y="95994"/>
                  <a:pt x="354866" y="0"/>
                  <a:pt x="228600" y="0"/>
                </a:cubicBezTo>
                <a:cubicBezTo>
                  <a:pt x="102334" y="0"/>
                  <a:pt x="0" y="95994"/>
                  <a:pt x="0" y="214313"/>
                </a:cubicBezTo>
                <a:cubicBezTo>
                  <a:pt x="0" y="262801"/>
                  <a:pt x="17145" y="307449"/>
                  <a:pt x="46077" y="343346"/>
                </a:cubicBezTo>
                <a:lnTo>
                  <a:pt x="2500" y="425768"/>
                </a:lnTo>
                <a:cubicBezTo>
                  <a:pt x="-1786" y="433804"/>
                  <a:pt x="-446" y="443627"/>
                  <a:pt x="5715" y="450324"/>
                </a:cubicBezTo>
                <a:cubicBezTo>
                  <a:pt x="11876" y="457021"/>
                  <a:pt x="21610" y="459075"/>
                  <a:pt x="29914" y="455503"/>
                </a:cubicBezTo>
                <a:lnTo>
                  <a:pt x="135642" y="410230"/>
                </a:lnTo>
                <a:cubicBezTo>
                  <a:pt x="164038" y="422017"/>
                  <a:pt x="195471" y="428625"/>
                  <a:pt x="228600" y="428625"/>
                </a:cubicBezTo>
                <a:close/>
                <a:moveTo>
                  <a:pt x="125730" y="154305"/>
                </a:moveTo>
                <a:lnTo>
                  <a:pt x="142875" y="154305"/>
                </a:lnTo>
                <a:cubicBezTo>
                  <a:pt x="150733" y="154305"/>
                  <a:pt x="157163" y="160734"/>
                  <a:pt x="157163" y="168593"/>
                </a:cubicBezTo>
                <a:cubicBezTo>
                  <a:pt x="157163" y="176451"/>
                  <a:pt x="150733" y="182880"/>
                  <a:pt x="142875" y="182880"/>
                </a:cubicBezTo>
                <a:lnTo>
                  <a:pt x="125730" y="182880"/>
                </a:lnTo>
                <a:cubicBezTo>
                  <a:pt x="120997" y="182880"/>
                  <a:pt x="117158" y="186720"/>
                  <a:pt x="117158" y="191453"/>
                </a:cubicBezTo>
                <a:cubicBezTo>
                  <a:pt x="117158" y="196185"/>
                  <a:pt x="120997" y="200025"/>
                  <a:pt x="125730" y="200025"/>
                </a:cubicBezTo>
                <a:cubicBezTo>
                  <a:pt x="146268" y="200025"/>
                  <a:pt x="162877" y="216634"/>
                  <a:pt x="162877" y="237173"/>
                </a:cubicBezTo>
                <a:cubicBezTo>
                  <a:pt x="162877" y="257711"/>
                  <a:pt x="146268" y="274320"/>
                  <a:pt x="125730" y="274320"/>
                </a:cubicBezTo>
                <a:lnTo>
                  <a:pt x="102870" y="274320"/>
                </a:lnTo>
                <a:cubicBezTo>
                  <a:pt x="95012" y="274320"/>
                  <a:pt x="88583" y="267891"/>
                  <a:pt x="88583" y="260033"/>
                </a:cubicBezTo>
                <a:cubicBezTo>
                  <a:pt x="88583" y="252174"/>
                  <a:pt x="95012" y="245745"/>
                  <a:pt x="102870" y="245745"/>
                </a:cubicBezTo>
                <a:lnTo>
                  <a:pt x="125730" y="245745"/>
                </a:lnTo>
                <a:cubicBezTo>
                  <a:pt x="130463" y="245745"/>
                  <a:pt x="134303" y="241905"/>
                  <a:pt x="134303" y="237173"/>
                </a:cubicBezTo>
                <a:cubicBezTo>
                  <a:pt x="134303" y="232440"/>
                  <a:pt x="130463" y="228600"/>
                  <a:pt x="125730" y="228600"/>
                </a:cubicBezTo>
                <a:cubicBezTo>
                  <a:pt x="105192" y="228600"/>
                  <a:pt x="88583" y="211991"/>
                  <a:pt x="88583" y="191453"/>
                </a:cubicBezTo>
                <a:cubicBezTo>
                  <a:pt x="88583" y="170914"/>
                  <a:pt x="105192" y="154305"/>
                  <a:pt x="125730" y="154305"/>
                </a:cubicBezTo>
                <a:close/>
                <a:moveTo>
                  <a:pt x="294323" y="191453"/>
                </a:moveTo>
                <a:cubicBezTo>
                  <a:pt x="294323" y="170914"/>
                  <a:pt x="310932" y="154305"/>
                  <a:pt x="331470" y="154305"/>
                </a:cubicBezTo>
                <a:lnTo>
                  <a:pt x="348615" y="154305"/>
                </a:lnTo>
                <a:cubicBezTo>
                  <a:pt x="356473" y="154305"/>
                  <a:pt x="362903" y="160734"/>
                  <a:pt x="362903" y="168593"/>
                </a:cubicBezTo>
                <a:cubicBezTo>
                  <a:pt x="362903" y="176451"/>
                  <a:pt x="356473" y="182880"/>
                  <a:pt x="348615" y="182880"/>
                </a:cubicBezTo>
                <a:lnTo>
                  <a:pt x="331470" y="182880"/>
                </a:lnTo>
                <a:cubicBezTo>
                  <a:pt x="326737" y="182880"/>
                  <a:pt x="322898" y="186720"/>
                  <a:pt x="322898" y="191453"/>
                </a:cubicBezTo>
                <a:cubicBezTo>
                  <a:pt x="322898" y="196185"/>
                  <a:pt x="326737" y="200025"/>
                  <a:pt x="331470" y="200025"/>
                </a:cubicBezTo>
                <a:cubicBezTo>
                  <a:pt x="352008" y="200025"/>
                  <a:pt x="368618" y="216634"/>
                  <a:pt x="368618" y="237173"/>
                </a:cubicBezTo>
                <a:cubicBezTo>
                  <a:pt x="368618" y="257711"/>
                  <a:pt x="352008" y="274320"/>
                  <a:pt x="331470" y="274320"/>
                </a:cubicBezTo>
                <a:lnTo>
                  <a:pt x="308610" y="274320"/>
                </a:lnTo>
                <a:cubicBezTo>
                  <a:pt x="300752" y="274320"/>
                  <a:pt x="294323" y="267891"/>
                  <a:pt x="294323" y="260033"/>
                </a:cubicBezTo>
                <a:cubicBezTo>
                  <a:pt x="294323" y="252174"/>
                  <a:pt x="300752" y="245745"/>
                  <a:pt x="308610" y="245745"/>
                </a:cubicBezTo>
                <a:lnTo>
                  <a:pt x="331470" y="245745"/>
                </a:lnTo>
                <a:cubicBezTo>
                  <a:pt x="336203" y="245745"/>
                  <a:pt x="340043" y="241905"/>
                  <a:pt x="340043" y="237173"/>
                </a:cubicBezTo>
                <a:cubicBezTo>
                  <a:pt x="340043" y="232440"/>
                  <a:pt x="336203" y="228600"/>
                  <a:pt x="331470" y="228600"/>
                </a:cubicBezTo>
                <a:cubicBezTo>
                  <a:pt x="310932" y="228600"/>
                  <a:pt x="294323" y="211991"/>
                  <a:pt x="294323" y="191453"/>
                </a:cubicBezTo>
                <a:close/>
                <a:moveTo>
                  <a:pt x="206544" y="161270"/>
                </a:moveTo>
                <a:lnTo>
                  <a:pt x="228600" y="197971"/>
                </a:lnTo>
                <a:lnTo>
                  <a:pt x="250656" y="161270"/>
                </a:lnTo>
                <a:cubicBezTo>
                  <a:pt x="253960" y="155734"/>
                  <a:pt x="260568" y="153144"/>
                  <a:pt x="266730" y="154841"/>
                </a:cubicBezTo>
                <a:cubicBezTo>
                  <a:pt x="272891" y="156537"/>
                  <a:pt x="277178" y="162163"/>
                  <a:pt x="277178" y="168593"/>
                </a:cubicBezTo>
                <a:lnTo>
                  <a:pt x="277178" y="260033"/>
                </a:lnTo>
                <a:cubicBezTo>
                  <a:pt x="277178" y="267891"/>
                  <a:pt x="270748" y="274320"/>
                  <a:pt x="262890" y="274320"/>
                </a:cubicBezTo>
                <a:cubicBezTo>
                  <a:pt x="255032" y="274320"/>
                  <a:pt x="248602" y="267891"/>
                  <a:pt x="248602" y="260033"/>
                </a:cubicBezTo>
                <a:lnTo>
                  <a:pt x="248602" y="220206"/>
                </a:lnTo>
                <a:lnTo>
                  <a:pt x="240834" y="233154"/>
                </a:lnTo>
                <a:cubicBezTo>
                  <a:pt x="238244" y="237440"/>
                  <a:pt x="233601" y="240119"/>
                  <a:pt x="228600" y="240119"/>
                </a:cubicBezTo>
                <a:cubicBezTo>
                  <a:pt x="223599" y="240119"/>
                  <a:pt x="218956" y="237440"/>
                  <a:pt x="216366" y="233154"/>
                </a:cubicBezTo>
                <a:lnTo>
                  <a:pt x="208598" y="220206"/>
                </a:lnTo>
                <a:lnTo>
                  <a:pt x="208598" y="260033"/>
                </a:lnTo>
                <a:cubicBezTo>
                  <a:pt x="208598" y="267891"/>
                  <a:pt x="202168" y="274320"/>
                  <a:pt x="194310" y="274320"/>
                </a:cubicBezTo>
                <a:cubicBezTo>
                  <a:pt x="186452" y="274320"/>
                  <a:pt x="180023" y="267891"/>
                  <a:pt x="180023" y="260033"/>
                </a:cubicBezTo>
                <a:lnTo>
                  <a:pt x="180023" y="168593"/>
                </a:lnTo>
                <a:cubicBezTo>
                  <a:pt x="180023" y="162163"/>
                  <a:pt x="184309" y="156537"/>
                  <a:pt x="190470" y="154841"/>
                </a:cubicBezTo>
                <a:cubicBezTo>
                  <a:pt x="196632" y="153144"/>
                  <a:pt x="203240" y="155734"/>
                  <a:pt x="206544" y="161270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286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SMS Phishing (Smishing)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6000" y="27305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Fraudulent text messages sent to mobile phones, often containing malicious links shortened with URL shorteners.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95000" y="1460500"/>
            <a:ext cx="4699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1125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43054" y="22324"/>
                </a:moveTo>
                <a:cubicBezTo>
                  <a:pt x="135999" y="5447"/>
                  <a:pt x="117604" y="-3483"/>
                  <a:pt x="100102" y="1250"/>
                </a:cubicBezTo>
                <a:lnTo>
                  <a:pt x="95190" y="2590"/>
                </a:lnTo>
                <a:cubicBezTo>
                  <a:pt x="37505" y="18306"/>
                  <a:pt x="-11787" y="74206"/>
                  <a:pt x="2590" y="142250"/>
                </a:cubicBezTo>
                <a:cubicBezTo>
                  <a:pt x="35719" y="298519"/>
                  <a:pt x="158681" y="421481"/>
                  <a:pt x="314950" y="454610"/>
                </a:cubicBezTo>
                <a:cubicBezTo>
                  <a:pt x="383084" y="469076"/>
                  <a:pt x="438894" y="419695"/>
                  <a:pt x="454610" y="362010"/>
                </a:cubicBezTo>
                <a:lnTo>
                  <a:pt x="455950" y="357098"/>
                </a:lnTo>
                <a:cubicBezTo>
                  <a:pt x="460772" y="339507"/>
                  <a:pt x="451753" y="321112"/>
                  <a:pt x="434965" y="314146"/>
                </a:cubicBezTo>
                <a:lnTo>
                  <a:pt x="348079" y="277981"/>
                </a:lnTo>
                <a:cubicBezTo>
                  <a:pt x="333345" y="271820"/>
                  <a:pt x="316290" y="276106"/>
                  <a:pt x="306110" y="288518"/>
                </a:cubicBezTo>
                <a:lnTo>
                  <a:pt x="271641" y="330666"/>
                </a:lnTo>
                <a:cubicBezTo>
                  <a:pt x="208865" y="299502"/>
                  <a:pt x="158323" y="247352"/>
                  <a:pt x="129302" y="183326"/>
                </a:cubicBezTo>
                <a:lnTo>
                  <a:pt x="168771" y="151180"/>
                </a:lnTo>
                <a:cubicBezTo>
                  <a:pt x="181183" y="141089"/>
                  <a:pt x="185380" y="124033"/>
                  <a:pt x="179308" y="109210"/>
                </a:cubicBezTo>
                <a:lnTo>
                  <a:pt x="143054" y="22324"/>
                </a:ln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14" name="Text 12"/>
          <p:cNvSpPr/>
          <p:nvPr/>
        </p:nvSpPr>
        <p:spPr>
          <a:xfrm>
            <a:off x="11112500" y="2286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Phishing (Vishing)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12500" y="27305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 calls where attackers impersonate banks, government agencies, or tech support to extract personal information.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63900" y="5143500"/>
            <a:ext cx="4699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814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-14287"/>
                </a:moveTo>
                <a:cubicBezTo>
                  <a:pt x="242649" y="-14287"/>
                  <a:pt x="254000" y="-1518"/>
                  <a:pt x="254000" y="14288"/>
                </a:cubicBezTo>
                <a:lnTo>
                  <a:pt x="254000" y="30629"/>
                </a:lnTo>
                <a:cubicBezTo>
                  <a:pt x="331867" y="43130"/>
                  <a:pt x="393462" y="112425"/>
                  <a:pt x="404574" y="200025"/>
                </a:cubicBezTo>
                <a:lnTo>
                  <a:pt x="419100" y="200025"/>
                </a:lnTo>
                <a:cubicBezTo>
                  <a:pt x="433149" y="200025"/>
                  <a:pt x="444500" y="212794"/>
                  <a:pt x="444500" y="228600"/>
                </a:cubicBezTo>
                <a:cubicBezTo>
                  <a:pt x="444500" y="244406"/>
                  <a:pt x="433149" y="257175"/>
                  <a:pt x="419100" y="257175"/>
                </a:cubicBezTo>
                <a:lnTo>
                  <a:pt x="404574" y="257175"/>
                </a:lnTo>
                <a:cubicBezTo>
                  <a:pt x="393462" y="344775"/>
                  <a:pt x="331867" y="414070"/>
                  <a:pt x="254000" y="426571"/>
                </a:cubicBezTo>
                <a:lnTo>
                  <a:pt x="254000" y="442913"/>
                </a:lnTo>
                <a:cubicBezTo>
                  <a:pt x="254000" y="458718"/>
                  <a:pt x="242649" y="471488"/>
                  <a:pt x="228600" y="471488"/>
                </a:cubicBezTo>
                <a:cubicBezTo>
                  <a:pt x="214551" y="471488"/>
                  <a:pt x="203200" y="458718"/>
                  <a:pt x="203200" y="442913"/>
                </a:cubicBezTo>
                <a:lnTo>
                  <a:pt x="203200" y="426571"/>
                </a:lnTo>
                <a:cubicBezTo>
                  <a:pt x="125333" y="414070"/>
                  <a:pt x="63738" y="344775"/>
                  <a:pt x="52626" y="257175"/>
                </a:cubicBezTo>
                <a:lnTo>
                  <a:pt x="38100" y="257175"/>
                </a:lnTo>
                <a:cubicBezTo>
                  <a:pt x="24051" y="257175"/>
                  <a:pt x="12700" y="244406"/>
                  <a:pt x="12700" y="228600"/>
                </a:cubicBezTo>
                <a:cubicBezTo>
                  <a:pt x="12700" y="212794"/>
                  <a:pt x="24051" y="200025"/>
                  <a:pt x="38100" y="200025"/>
                </a:cubicBezTo>
                <a:lnTo>
                  <a:pt x="52626" y="200025"/>
                </a:lnTo>
                <a:cubicBezTo>
                  <a:pt x="63738" y="112425"/>
                  <a:pt x="125333" y="43130"/>
                  <a:pt x="203200" y="30629"/>
                </a:cubicBezTo>
                <a:lnTo>
                  <a:pt x="203200" y="14288"/>
                </a:lnTo>
                <a:cubicBezTo>
                  <a:pt x="203200" y="-1518"/>
                  <a:pt x="214551" y="-14287"/>
                  <a:pt x="228600" y="-14287"/>
                </a:cubicBezTo>
                <a:close/>
                <a:moveTo>
                  <a:pt x="104140" y="257175"/>
                </a:moveTo>
                <a:cubicBezTo>
                  <a:pt x="114221" y="313164"/>
                  <a:pt x="153432" y="357277"/>
                  <a:pt x="203200" y="368618"/>
                </a:cubicBezTo>
                <a:lnTo>
                  <a:pt x="203200" y="357188"/>
                </a:lnTo>
                <a:cubicBezTo>
                  <a:pt x="203200" y="341382"/>
                  <a:pt x="214551" y="328613"/>
                  <a:pt x="228600" y="328613"/>
                </a:cubicBezTo>
                <a:cubicBezTo>
                  <a:pt x="242649" y="328613"/>
                  <a:pt x="254000" y="341382"/>
                  <a:pt x="254000" y="357188"/>
                </a:cubicBezTo>
                <a:lnTo>
                  <a:pt x="254000" y="368618"/>
                </a:lnTo>
                <a:cubicBezTo>
                  <a:pt x="303768" y="357277"/>
                  <a:pt x="342979" y="313164"/>
                  <a:pt x="353060" y="257175"/>
                </a:cubicBezTo>
                <a:lnTo>
                  <a:pt x="342900" y="257175"/>
                </a:lnTo>
                <a:cubicBezTo>
                  <a:pt x="328851" y="257175"/>
                  <a:pt x="317500" y="244406"/>
                  <a:pt x="317500" y="228600"/>
                </a:cubicBezTo>
                <a:cubicBezTo>
                  <a:pt x="317500" y="212794"/>
                  <a:pt x="328851" y="200025"/>
                  <a:pt x="342900" y="200025"/>
                </a:cubicBezTo>
                <a:lnTo>
                  <a:pt x="353060" y="200025"/>
                </a:lnTo>
                <a:cubicBezTo>
                  <a:pt x="342979" y="144036"/>
                  <a:pt x="303768" y="99923"/>
                  <a:pt x="254000" y="88583"/>
                </a:cubicBezTo>
                <a:lnTo>
                  <a:pt x="254000" y="100013"/>
                </a:lnTo>
                <a:cubicBezTo>
                  <a:pt x="254000" y="115818"/>
                  <a:pt x="242649" y="128588"/>
                  <a:pt x="228600" y="128588"/>
                </a:cubicBezTo>
                <a:cubicBezTo>
                  <a:pt x="214551" y="128588"/>
                  <a:pt x="203200" y="115818"/>
                  <a:pt x="203200" y="100013"/>
                </a:cubicBezTo>
                <a:lnTo>
                  <a:pt x="203200" y="88583"/>
                </a:lnTo>
                <a:cubicBezTo>
                  <a:pt x="153432" y="99923"/>
                  <a:pt x="114221" y="144036"/>
                  <a:pt x="104140" y="200025"/>
                </a:cubicBezTo>
                <a:lnTo>
                  <a:pt x="114300" y="200025"/>
                </a:lnTo>
                <a:cubicBezTo>
                  <a:pt x="128349" y="200025"/>
                  <a:pt x="139700" y="212794"/>
                  <a:pt x="139700" y="228600"/>
                </a:cubicBezTo>
                <a:cubicBezTo>
                  <a:pt x="139700" y="244406"/>
                  <a:pt x="128349" y="257175"/>
                  <a:pt x="114300" y="257175"/>
                </a:cubicBezTo>
                <a:lnTo>
                  <a:pt x="104140" y="257175"/>
                </a:lnTo>
                <a:close/>
                <a:moveTo>
                  <a:pt x="228600" y="185738"/>
                </a:moveTo>
                <a:cubicBezTo>
                  <a:pt x="249628" y="185738"/>
                  <a:pt x="266700" y="204944"/>
                  <a:pt x="266700" y="228600"/>
                </a:cubicBezTo>
                <a:cubicBezTo>
                  <a:pt x="266700" y="252256"/>
                  <a:pt x="249628" y="271463"/>
                  <a:pt x="228600" y="271463"/>
                </a:cubicBezTo>
                <a:cubicBezTo>
                  <a:pt x="207572" y="271463"/>
                  <a:pt x="190500" y="252256"/>
                  <a:pt x="190500" y="228600"/>
                </a:cubicBezTo>
                <a:cubicBezTo>
                  <a:pt x="190500" y="204944"/>
                  <a:pt x="207572" y="185738"/>
                  <a:pt x="228600" y="185738"/>
                </a:cubicBez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18" name="Text 16"/>
          <p:cNvSpPr/>
          <p:nvPr/>
        </p:nvSpPr>
        <p:spPr>
          <a:xfrm>
            <a:off x="3581400" y="5969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Spear Phishing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581400" y="64135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Targeted attacks on specific individuals or organizations using personalized information.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80400" y="5143500"/>
            <a:ext cx="4699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979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21456"/>
                </a:moveTo>
                <a:cubicBezTo>
                  <a:pt x="161010" y="221456"/>
                  <a:pt x="106136" y="173441"/>
                  <a:pt x="106136" y="114300"/>
                </a:cubicBezTo>
                <a:cubicBezTo>
                  <a:pt x="106136" y="55159"/>
                  <a:pt x="161010" y="7144"/>
                  <a:pt x="228600" y="7144"/>
                </a:cubicBezTo>
                <a:cubicBezTo>
                  <a:pt x="296190" y="7144"/>
                  <a:pt x="351064" y="55159"/>
                  <a:pt x="351064" y="114300"/>
                </a:cubicBezTo>
                <a:cubicBezTo>
                  <a:pt x="351064" y="173441"/>
                  <a:pt x="296190" y="221456"/>
                  <a:pt x="228600" y="221456"/>
                </a:cubicBezTo>
                <a:close/>
                <a:moveTo>
                  <a:pt x="197474" y="271463"/>
                </a:moveTo>
                <a:lnTo>
                  <a:pt x="259726" y="271463"/>
                </a:lnTo>
                <a:cubicBezTo>
                  <a:pt x="269626" y="271463"/>
                  <a:pt x="277586" y="278428"/>
                  <a:pt x="277586" y="287089"/>
                </a:cubicBezTo>
                <a:cubicBezTo>
                  <a:pt x="277586" y="290840"/>
                  <a:pt x="276055" y="294412"/>
                  <a:pt x="273299" y="297269"/>
                </a:cubicBezTo>
                <a:lnTo>
                  <a:pt x="245337" y="325844"/>
                </a:lnTo>
                <a:lnTo>
                  <a:pt x="276973" y="428625"/>
                </a:lnTo>
                <a:lnTo>
                  <a:pt x="277586" y="428625"/>
                </a:lnTo>
                <a:lnTo>
                  <a:pt x="312896" y="304949"/>
                </a:lnTo>
                <a:cubicBezTo>
                  <a:pt x="315141" y="297180"/>
                  <a:pt x="324224" y="292447"/>
                  <a:pt x="332797" y="295305"/>
                </a:cubicBezTo>
                <a:cubicBezTo>
                  <a:pt x="395968" y="316379"/>
                  <a:pt x="440871" y="369957"/>
                  <a:pt x="440871" y="432643"/>
                </a:cubicBezTo>
                <a:cubicBezTo>
                  <a:pt x="440871" y="446127"/>
                  <a:pt x="428319" y="457111"/>
                  <a:pt x="412909" y="457111"/>
                </a:cubicBezTo>
                <a:lnTo>
                  <a:pt x="44291" y="457200"/>
                </a:lnTo>
                <a:cubicBezTo>
                  <a:pt x="28881" y="457200"/>
                  <a:pt x="16329" y="446216"/>
                  <a:pt x="16329" y="432733"/>
                </a:cubicBezTo>
                <a:cubicBezTo>
                  <a:pt x="16329" y="370046"/>
                  <a:pt x="61232" y="316468"/>
                  <a:pt x="124403" y="295394"/>
                </a:cubicBezTo>
                <a:cubicBezTo>
                  <a:pt x="132976" y="292537"/>
                  <a:pt x="142059" y="297269"/>
                  <a:pt x="144304" y="305038"/>
                </a:cubicBezTo>
                <a:lnTo>
                  <a:pt x="179614" y="428714"/>
                </a:lnTo>
                <a:lnTo>
                  <a:pt x="180227" y="428714"/>
                </a:lnTo>
                <a:lnTo>
                  <a:pt x="211863" y="325934"/>
                </a:lnTo>
                <a:lnTo>
                  <a:pt x="183901" y="297359"/>
                </a:lnTo>
                <a:cubicBezTo>
                  <a:pt x="181145" y="294501"/>
                  <a:pt x="179614" y="290929"/>
                  <a:pt x="179614" y="287179"/>
                </a:cubicBezTo>
                <a:cubicBezTo>
                  <a:pt x="179614" y="278517"/>
                  <a:pt x="187574" y="271552"/>
                  <a:pt x="197474" y="271552"/>
                </a:cubicBez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22" name="Text 20"/>
          <p:cNvSpPr/>
          <p:nvPr/>
        </p:nvSpPr>
        <p:spPr>
          <a:xfrm>
            <a:off x="8597900" y="5969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Whaling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97900" y="64135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targeted attacks aimed at senior executives and high-profile individuals.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25" name="Text 23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of Phishing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Phishing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825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87500" y="152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Bait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87500" y="1930400"/>
            <a:ext cx="1390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Attackers craft fake emails/messages that appear to come from trusted sources like banks, companies, or colleagues.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79500" y="2286000"/>
            <a:ext cx="0" cy="317500"/>
          </a:xfrm>
          <a:prstGeom prst="straightConnector1">
            <a:avLst/>
          </a:prstGeom>
          <a:noFill/>
          <a:ln w="12700">
            <a:solidFill>
              <a:srgbClr val="8E8E93"/>
            </a:solidFill>
            <a:prstDash val="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62000" y="2730500"/>
            <a:ext cx="825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875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Hook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87500" y="3136900"/>
            <a:ext cx="1390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Message contains a malicious link to a fake login page or an infected attachment designed to trick the recipient.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79500" y="3492500"/>
            <a:ext cx="0" cy="317500"/>
          </a:xfrm>
          <a:prstGeom prst="straightConnector1">
            <a:avLst/>
          </a:prstGeom>
          <a:noFill/>
          <a:ln w="12700">
            <a:solidFill>
              <a:srgbClr val="8E8E93"/>
            </a:solidFill>
            <a:prstDash val="dash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2000" y="3937000"/>
            <a:ext cx="825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87500" y="393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Trap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87500" y="4343400"/>
            <a:ext cx="1390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Victim clicks the link and lands on a convincing fake website that closely mimics the real organization's site.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500" y="4699000"/>
            <a:ext cx="0" cy="317500"/>
          </a:xfrm>
          <a:prstGeom prst="straightConnector1">
            <a:avLst/>
          </a:prstGeom>
          <a:noFill/>
          <a:ln w="12700">
            <a:solidFill>
              <a:srgbClr val="8E8E93"/>
            </a:solidFill>
            <a:prstDash val="dash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762000" y="5143500"/>
            <a:ext cx="825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587500" y="5143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Capture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87500" y="5549900"/>
            <a:ext cx="1390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Victim enters credentials on the fake site, which are instantly captured and sent directly to the attacker.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79500" y="5905500"/>
            <a:ext cx="0" cy="317500"/>
          </a:xfrm>
          <a:prstGeom prst="straightConnector1">
            <a:avLst/>
          </a:prstGeom>
          <a:noFill/>
          <a:ln w="12700">
            <a:solidFill>
              <a:srgbClr val="8E8E93"/>
            </a:solidFill>
            <a:prstDash val="dash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762000" y="6350000"/>
            <a:ext cx="825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587500" y="6350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Exploit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87500" y="6756400"/>
            <a:ext cx="1390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Attackers use stolen credentials for identity theft, financial fraud, unauthorized access, or selling data on the dark web.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7747000"/>
            <a:ext cx="14732000" cy="698500"/>
          </a:xfrm>
          <a:prstGeom prst="roundRect">
            <a:avLst>
              <a:gd name="adj" fmla="val 6000"/>
            </a:avLst>
          </a:prstGeom>
          <a:solidFill>
            <a:srgbClr val="9B1B30">
              <a:alpha val="6275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7747000"/>
            <a:ext cx="50800" cy="698500"/>
          </a:xfrm>
          <a:prstGeom prst="rect">
            <a:avLst/>
          </a:prstGeom>
          <a:solidFill>
            <a:srgbClr val="9B1B3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6000" y="7912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26" name="Text 24"/>
          <p:cNvSpPr/>
          <p:nvPr/>
        </p:nvSpPr>
        <p:spPr>
          <a:xfrm>
            <a:off x="1524000" y="7747000"/>
            <a:ext cx="137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9B1B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9B1B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entire process can happen in under 60 seconds — awareness is your best defense.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28" name="Text 26"/>
          <p:cNvSpPr/>
          <p:nvPr/>
        </p:nvSpPr>
        <p:spPr>
          <a:xfrm>
            <a:off x="12954000" y="8737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Phishing Works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175500" cy="266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460500"/>
            <a:ext cx="50800" cy="2667000"/>
          </a:xfrm>
          <a:prstGeom prst="rect">
            <a:avLst/>
          </a:prstGeom>
          <a:solidFill>
            <a:srgbClr val="9B1B30"/>
          </a:solidFill>
          <a:ln/>
        </p:spPr>
      </p:sp>
      <p:sp>
        <p:nvSpPr>
          <p:cNvPr id="6" name="Shape 4"/>
          <p:cNvSpPr/>
          <p:nvPr/>
        </p:nvSpPr>
        <p:spPr>
          <a:xfrm>
            <a:off x="10414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88843" y="14030"/>
                </a:moveTo>
                <a:cubicBezTo>
                  <a:pt x="182037" y="10140"/>
                  <a:pt x="173633" y="10140"/>
                  <a:pt x="166757" y="14030"/>
                </a:cubicBezTo>
                <a:lnTo>
                  <a:pt x="11182" y="102930"/>
                </a:lnTo>
                <a:cubicBezTo>
                  <a:pt x="2431" y="107930"/>
                  <a:pt x="-1875" y="118209"/>
                  <a:pt x="695" y="127933"/>
                </a:cubicBezTo>
                <a:cubicBezTo>
                  <a:pt x="3264" y="137656"/>
                  <a:pt x="12154" y="144463"/>
                  <a:pt x="22225" y="144463"/>
                </a:cubicBezTo>
                <a:lnTo>
                  <a:pt x="44450" y="144463"/>
                </a:lnTo>
                <a:lnTo>
                  <a:pt x="44450" y="288925"/>
                </a:lnTo>
                <a:lnTo>
                  <a:pt x="44450" y="288925"/>
                </a:lnTo>
                <a:lnTo>
                  <a:pt x="8890" y="315595"/>
                </a:lnTo>
                <a:cubicBezTo>
                  <a:pt x="3264" y="319762"/>
                  <a:pt x="0" y="326360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333375" y="355600"/>
                </a:lnTo>
                <a:cubicBezTo>
                  <a:pt x="345668" y="355600"/>
                  <a:pt x="355600" y="345668"/>
                  <a:pt x="355600" y="333375"/>
                </a:cubicBezTo>
                <a:cubicBezTo>
                  <a:pt x="355600" y="326360"/>
                  <a:pt x="352336" y="319762"/>
                  <a:pt x="346710" y="315595"/>
                </a:cubicBezTo>
                <a:lnTo>
                  <a:pt x="311150" y="288925"/>
                </a:lnTo>
                <a:lnTo>
                  <a:pt x="311150" y="144463"/>
                </a:lnTo>
                <a:lnTo>
                  <a:pt x="333375" y="144463"/>
                </a:lnTo>
                <a:cubicBezTo>
                  <a:pt x="343446" y="144463"/>
                  <a:pt x="352266" y="137656"/>
                  <a:pt x="354836" y="127933"/>
                </a:cubicBezTo>
                <a:cubicBezTo>
                  <a:pt x="357406" y="118209"/>
                  <a:pt x="353100" y="107930"/>
                  <a:pt x="344349" y="102930"/>
                </a:cubicBezTo>
                <a:lnTo>
                  <a:pt x="188774" y="14030"/>
                </a:lnTo>
                <a:close/>
                <a:moveTo>
                  <a:pt x="277813" y="144463"/>
                </a:moveTo>
                <a:lnTo>
                  <a:pt x="277813" y="288925"/>
                </a:lnTo>
                <a:lnTo>
                  <a:pt x="233363" y="288925"/>
                </a:lnTo>
                <a:lnTo>
                  <a:pt x="233363" y="144463"/>
                </a:lnTo>
                <a:lnTo>
                  <a:pt x="277813" y="144463"/>
                </a:lnTo>
                <a:close/>
                <a:moveTo>
                  <a:pt x="200025" y="144463"/>
                </a:moveTo>
                <a:lnTo>
                  <a:pt x="200025" y="288925"/>
                </a:lnTo>
                <a:lnTo>
                  <a:pt x="155575" y="288925"/>
                </a:lnTo>
                <a:lnTo>
                  <a:pt x="155575" y="144463"/>
                </a:lnTo>
                <a:lnTo>
                  <a:pt x="200025" y="144463"/>
                </a:lnTo>
                <a:close/>
                <a:moveTo>
                  <a:pt x="122238" y="144463"/>
                </a:moveTo>
                <a:lnTo>
                  <a:pt x="122238" y="288925"/>
                </a:lnTo>
                <a:lnTo>
                  <a:pt x="77788" y="288925"/>
                </a:lnTo>
                <a:lnTo>
                  <a:pt x="77788" y="144463"/>
                </a:lnTo>
                <a:lnTo>
                  <a:pt x="122238" y="144463"/>
                </a:lnTo>
                <a:close/>
                <a:moveTo>
                  <a:pt x="177800" y="66675"/>
                </a:moveTo>
                <a:cubicBezTo>
                  <a:pt x="190066" y="66675"/>
                  <a:pt x="200025" y="76634"/>
                  <a:pt x="200025" y="88900"/>
                </a:cubicBezTo>
                <a:cubicBezTo>
                  <a:pt x="200025" y="101166"/>
                  <a:pt x="190066" y="111125"/>
                  <a:pt x="177800" y="111125"/>
                </a:cubicBezTo>
                <a:cubicBezTo>
                  <a:pt x="165534" y="111125"/>
                  <a:pt x="155575" y="101166"/>
                  <a:pt x="155575" y="88900"/>
                </a:cubicBezTo>
                <a:cubicBezTo>
                  <a:pt x="155575" y="76634"/>
                  <a:pt x="165534" y="66675"/>
                  <a:pt x="177800" y="66675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16256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Fake Bank Email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1400" y="2095500"/>
            <a:ext cx="6667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"Your account has been suspended. Click here to verify immediately."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 leads to a cloned bank login page designed to steal your credentials.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18500" y="1460500"/>
            <a:ext cx="7175500" cy="222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18500" y="1460500"/>
            <a:ext cx="50800" cy="22225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11" name="Shape 9"/>
          <p:cNvSpPr/>
          <p:nvPr/>
        </p:nvSpPr>
        <p:spPr>
          <a:xfrm>
            <a:off x="85979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4817" y="44450"/>
                </a:moveTo>
                <a:cubicBezTo>
                  <a:pt x="14817" y="19933"/>
                  <a:pt x="41394" y="0"/>
                  <a:pt x="74083" y="0"/>
                </a:cubicBezTo>
                <a:lnTo>
                  <a:pt x="281517" y="0"/>
                </a:lnTo>
                <a:cubicBezTo>
                  <a:pt x="314206" y="0"/>
                  <a:pt x="340783" y="19933"/>
                  <a:pt x="340783" y="44450"/>
                </a:cubicBezTo>
                <a:lnTo>
                  <a:pt x="340783" y="311150"/>
                </a:lnTo>
                <a:cubicBezTo>
                  <a:pt x="340783" y="335667"/>
                  <a:pt x="314206" y="355600"/>
                  <a:pt x="281517" y="355600"/>
                </a:cubicBezTo>
                <a:lnTo>
                  <a:pt x="74083" y="355600"/>
                </a:lnTo>
                <a:cubicBezTo>
                  <a:pt x="41394" y="355600"/>
                  <a:pt x="14817" y="335667"/>
                  <a:pt x="14817" y="311150"/>
                </a:cubicBezTo>
                <a:lnTo>
                  <a:pt x="14817" y="44450"/>
                </a:lnTo>
                <a:close/>
                <a:moveTo>
                  <a:pt x="118533" y="305594"/>
                </a:moveTo>
                <a:cubicBezTo>
                  <a:pt x="118533" y="314831"/>
                  <a:pt x="128442" y="322263"/>
                  <a:pt x="140758" y="322263"/>
                </a:cubicBezTo>
                <a:lnTo>
                  <a:pt x="214842" y="322263"/>
                </a:lnTo>
                <a:cubicBezTo>
                  <a:pt x="227158" y="322263"/>
                  <a:pt x="237067" y="314831"/>
                  <a:pt x="237067" y="305594"/>
                </a:cubicBezTo>
                <a:cubicBezTo>
                  <a:pt x="237067" y="296356"/>
                  <a:pt x="227158" y="288925"/>
                  <a:pt x="214842" y="288925"/>
                </a:cubicBezTo>
                <a:lnTo>
                  <a:pt x="140758" y="288925"/>
                </a:lnTo>
                <a:cubicBezTo>
                  <a:pt x="128442" y="288925"/>
                  <a:pt x="118533" y="296356"/>
                  <a:pt x="118533" y="305594"/>
                </a:cubicBezTo>
                <a:close/>
                <a:moveTo>
                  <a:pt x="281517" y="44450"/>
                </a:moveTo>
                <a:lnTo>
                  <a:pt x="74083" y="44450"/>
                </a:lnTo>
                <a:lnTo>
                  <a:pt x="74083" y="255587"/>
                </a:lnTo>
                <a:lnTo>
                  <a:pt x="281517" y="255587"/>
                </a:lnTo>
                <a:lnTo>
                  <a:pt x="281517" y="44450"/>
                </a:ln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12" name="Text 10"/>
          <p:cNvSpPr/>
          <p:nvPr/>
        </p:nvSpPr>
        <p:spPr>
          <a:xfrm>
            <a:off x="9080500" y="16256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Fake OTP Message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7900" y="2095500"/>
            <a:ext cx="6667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"Your OTP is 48291. If you didn't request this, click here to secure your account."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link installs malware that can steal data from your device.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000500"/>
            <a:ext cx="7175500" cy="222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2000" y="4000500"/>
            <a:ext cx="50800" cy="2222500"/>
          </a:xfrm>
          <a:prstGeom prst="rect">
            <a:avLst/>
          </a:prstGeom>
          <a:solidFill>
            <a:srgbClr val="9B1B3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14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9267" y="0"/>
                </a:moveTo>
                <a:cubicBezTo>
                  <a:pt x="26577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26577" y="355600"/>
                  <a:pt x="59267" y="355600"/>
                </a:cubicBezTo>
                <a:lnTo>
                  <a:pt x="296333" y="355600"/>
                </a:lnTo>
                <a:cubicBezTo>
                  <a:pt x="329023" y="355600"/>
                  <a:pt x="355600" y="335667"/>
                  <a:pt x="355600" y="311150"/>
                </a:cubicBezTo>
                <a:lnTo>
                  <a:pt x="355600" y="118418"/>
                </a:lnTo>
                <a:cubicBezTo>
                  <a:pt x="355600" y="106611"/>
                  <a:pt x="349396" y="95290"/>
                  <a:pt x="338283" y="86955"/>
                </a:cubicBezTo>
                <a:lnTo>
                  <a:pt x="239567" y="12988"/>
                </a:lnTo>
                <a:cubicBezTo>
                  <a:pt x="228454" y="4653"/>
                  <a:pt x="213453" y="0"/>
                  <a:pt x="197710" y="0"/>
                </a:cubicBezTo>
                <a:lnTo>
                  <a:pt x="59267" y="0"/>
                </a:lnTo>
                <a:close/>
                <a:moveTo>
                  <a:pt x="301427" y="122238"/>
                </a:moveTo>
                <a:lnTo>
                  <a:pt x="214842" y="122238"/>
                </a:lnTo>
                <a:cubicBezTo>
                  <a:pt x="202525" y="122238"/>
                  <a:pt x="192617" y="114806"/>
                  <a:pt x="192617" y="105569"/>
                </a:cubicBezTo>
                <a:lnTo>
                  <a:pt x="192617" y="40630"/>
                </a:lnTo>
                <a:lnTo>
                  <a:pt x="301427" y="122238"/>
                </a:lnTo>
                <a:close/>
                <a:moveTo>
                  <a:pt x="59267" y="266700"/>
                </a:moveTo>
                <a:lnTo>
                  <a:pt x="59267" y="222250"/>
                </a:lnTo>
                <a:cubicBezTo>
                  <a:pt x="59267" y="209957"/>
                  <a:pt x="72509" y="200025"/>
                  <a:pt x="88900" y="200025"/>
                </a:cubicBezTo>
                <a:lnTo>
                  <a:pt x="266700" y="200025"/>
                </a:lnTo>
                <a:cubicBezTo>
                  <a:pt x="283091" y="200025"/>
                  <a:pt x="296333" y="209957"/>
                  <a:pt x="296333" y="222250"/>
                </a:cubicBezTo>
                <a:lnTo>
                  <a:pt x="296333" y="266700"/>
                </a:lnTo>
                <a:cubicBezTo>
                  <a:pt x="296333" y="278993"/>
                  <a:pt x="283091" y="288925"/>
                  <a:pt x="266700" y="288925"/>
                </a:cubicBezTo>
                <a:lnTo>
                  <a:pt x="88900" y="288925"/>
                </a:lnTo>
                <a:cubicBezTo>
                  <a:pt x="72509" y="288925"/>
                  <a:pt x="59267" y="278993"/>
                  <a:pt x="59267" y="266700"/>
                </a:cubicBezTo>
                <a:close/>
                <a:moveTo>
                  <a:pt x="81492" y="44450"/>
                </a:moveTo>
                <a:lnTo>
                  <a:pt x="125942" y="44450"/>
                </a:lnTo>
                <a:cubicBezTo>
                  <a:pt x="138258" y="44450"/>
                  <a:pt x="148167" y="51881"/>
                  <a:pt x="148167" y="61119"/>
                </a:cubicBezTo>
                <a:cubicBezTo>
                  <a:pt x="148167" y="70356"/>
                  <a:pt x="138258" y="77788"/>
                  <a:pt x="125942" y="77788"/>
                </a:cubicBezTo>
                <a:lnTo>
                  <a:pt x="81492" y="77788"/>
                </a:lnTo>
                <a:cubicBezTo>
                  <a:pt x="69175" y="77788"/>
                  <a:pt x="59267" y="70356"/>
                  <a:pt x="59267" y="61119"/>
                </a:cubicBezTo>
                <a:cubicBezTo>
                  <a:pt x="59267" y="51881"/>
                  <a:pt x="69175" y="44450"/>
                  <a:pt x="81492" y="44450"/>
                </a:cubicBezTo>
                <a:close/>
                <a:moveTo>
                  <a:pt x="81492" y="111125"/>
                </a:moveTo>
                <a:lnTo>
                  <a:pt x="125942" y="111125"/>
                </a:lnTo>
                <a:cubicBezTo>
                  <a:pt x="138258" y="111125"/>
                  <a:pt x="148167" y="118556"/>
                  <a:pt x="148167" y="127794"/>
                </a:cubicBezTo>
                <a:cubicBezTo>
                  <a:pt x="148167" y="137031"/>
                  <a:pt x="138258" y="144463"/>
                  <a:pt x="125942" y="144463"/>
                </a:cubicBezTo>
                <a:lnTo>
                  <a:pt x="81492" y="144463"/>
                </a:lnTo>
                <a:cubicBezTo>
                  <a:pt x="69175" y="144463"/>
                  <a:pt x="59267" y="137031"/>
                  <a:pt x="59267" y="127794"/>
                </a:cubicBezTo>
                <a:cubicBezTo>
                  <a:pt x="59267" y="118556"/>
                  <a:pt x="69175" y="111125"/>
                  <a:pt x="81492" y="111125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41656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Fake Invoice Scam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41400" y="4635500"/>
            <a:ext cx="6667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"Unpaid invoice #8923. Click to view and pay."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workplace phishing targeting employees with fake payment requests.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18500" y="4000500"/>
            <a:ext cx="7175500" cy="222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18500" y="4000500"/>
            <a:ext cx="50800" cy="22225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79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22" name="Text 20"/>
          <p:cNvSpPr/>
          <p:nvPr/>
        </p:nvSpPr>
        <p:spPr>
          <a:xfrm>
            <a:off x="9080500" y="41656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Prize / Lottery Scam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97900" y="4635500"/>
            <a:ext cx="6667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"You've won $10,000! Click to claim your prize."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 social engineering tactic that preys on greed and excitement.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33900" y="6540500"/>
            <a:ext cx="7175500" cy="2159000"/>
          </a:xfrm>
          <a:prstGeom prst="roundRect">
            <a:avLst>
              <a:gd name="adj" fmla="val 6000"/>
            </a:avLst>
          </a:prstGeom>
          <a:solidFill>
            <a:srgbClr val="9B1B30">
              <a:alpha val="6275"/>
            </a:srgbClr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60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5731" y="-11112"/>
                </a:moveTo>
                <a:cubicBezTo>
                  <a:pt x="106839" y="-11112"/>
                  <a:pt x="89853" y="29379"/>
                  <a:pt x="81518" y="66675"/>
                </a:cubicBezTo>
                <a:lnTo>
                  <a:pt x="57150" y="66675"/>
                </a:lnTo>
                <a:cubicBezTo>
                  <a:pt x="46593" y="66675"/>
                  <a:pt x="38100" y="74106"/>
                  <a:pt x="38100" y="83344"/>
                </a:cubicBezTo>
                <a:cubicBezTo>
                  <a:pt x="38100" y="92581"/>
                  <a:pt x="46593" y="100013"/>
                  <a:pt x="57150" y="100013"/>
                </a:cubicBezTo>
                <a:lnTo>
                  <a:pt x="76200" y="100013"/>
                </a:lnTo>
                <a:lnTo>
                  <a:pt x="76200" y="122238"/>
                </a:lnTo>
                <a:cubicBezTo>
                  <a:pt x="76200" y="134045"/>
                  <a:pt x="78819" y="145296"/>
                  <a:pt x="83582" y="155575"/>
                </a:cubicBezTo>
                <a:lnTo>
                  <a:pt x="76200" y="155575"/>
                </a:lnTo>
                <a:lnTo>
                  <a:pt x="76200" y="155575"/>
                </a:lnTo>
                <a:lnTo>
                  <a:pt x="59928" y="155575"/>
                </a:lnTo>
                <a:cubicBezTo>
                  <a:pt x="47863" y="155575"/>
                  <a:pt x="38100" y="164118"/>
                  <a:pt x="38100" y="174675"/>
                </a:cubicBezTo>
                <a:cubicBezTo>
                  <a:pt x="38100" y="176758"/>
                  <a:pt x="38497" y="178772"/>
                  <a:pt x="39211" y="180717"/>
                </a:cubicBezTo>
                <a:lnTo>
                  <a:pt x="62151" y="240863"/>
                </a:lnTo>
                <a:cubicBezTo>
                  <a:pt x="31909" y="263644"/>
                  <a:pt x="12700" y="297329"/>
                  <a:pt x="12700" y="334972"/>
                </a:cubicBezTo>
                <a:cubicBezTo>
                  <a:pt x="12700" y="346363"/>
                  <a:pt x="23257" y="355600"/>
                  <a:pt x="36274" y="355600"/>
                </a:cubicBezTo>
                <a:lnTo>
                  <a:pt x="319326" y="355600"/>
                </a:lnTo>
                <a:cubicBezTo>
                  <a:pt x="332343" y="355600"/>
                  <a:pt x="342900" y="346363"/>
                  <a:pt x="342900" y="334972"/>
                </a:cubicBezTo>
                <a:cubicBezTo>
                  <a:pt x="342900" y="297329"/>
                  <a:pt x="323691" y="263644"/>
                  <a:pt x="293449" y="240933"/>
                </a:cubicBezTo>
                <a:lnTo>
                  <a:pt x="316389" y="180786"/>
                </a:lnTo>
                <a:cubicBezTo>
                  <a:pt x="317103" y="178842"/>
                  <a:pt x="317500" y="176828"/>
                  <a:pt x="317500" y="174744"/>
                </a:cubicBezTo>
                <a:cubicBezTo>
                  <a:pt x="317500" y="164187"/>
                  <a:pt x="307737" y="155644"/>
                  <a:pt x="295672" y="155644"/>
                </a:cubicBezTo>
                <a:lnTo>
                  <a:pt x="279400" y="155644"/>
                </a:lnTo>
                <a:lnTo>
                  <a:pt x="279400" y="155644"/>
                </a:lnTo>
                <a:lnTo>
                  <a:pt x="272018" y="155644"/>
                </a:lnTo>
                <a:cubicBezTo>
                  <a:pt x="276781" y="145365"/>
                  <a:pt x="279400" y="134114"/>
                  <a:pt x="279400" y="122307"/>
                </a:cubicBezTo>
                <a:lnTo>
                  <a:pt x="279400" y="100082"/>
                </a:lnTo>
                <a:lnTo>
                  <a:pt x="298450" y="100082"/>
                </a:lnTo>
                <a:cubicBezTo>
                  <a:pt x="309007" y="100082"/>
                  <a:pt x="317500" y="92650"/>
                  <a:pt x="317500" y="83413"/>
                </a:cubicBezTo>
                <a:cubicBezTo>
                  <a:pt x="317500" y="74176"/>
                  <a:pt x="309007" y="66744"/>
                  <a:pt x="298450" y="66744"/>
                </a:cubicBezTo>
                <a:lnTo>
                  <a:pt x="274082" y="66744"/>
                </a:lnTo>
                <a:cubicBezTo>
                  <a:pt x="265827" y="29448"/>
                  <a:pt x="248761" y="-11043"/>
                  <a:pt x="219869" y="-11043"/>
                </a:cubicBezTo>
                <a:cubicBezTo>
                  <a:pt x="212249" y="-11043"/>
                  <a:pt x="204787" y="-8334"/>
                  <a:pt x="198041" y="-5348"/>
                </a:cubicBezTo>
                <a:cubicBezTo>
                  <a:pt x="191532" y="-2500"/>
                  <a:pt x="183436" y="69"/>
                  <a:pt x="177800" y="69"/>
                </a:cubicBezTo>
                <a:cubicBezTo>
                  <a:pt x="172164" y="69"/>
                  <a:pt x="164068" y="-2500"/>
                  <a:pt x="157559" y="-5348"/>
                </a:cubicBezTo>
                <a:cubicBezTo>
                  <a:pt x="150813" y="-8404"/>
                  <a:pt x="143351" y="-11112"/>
                  <a:pt x="135731" y="-11112"/>
                </a:cubicBezTo>
                <a:close/>
                <a:moveTo>
                  <a:pt x="210106" y="325318"/>
                </a:moveTo>
                <a:lnTo>
                  <a:pt x="190421" y="276076"/>
                </a:lnTo>
                <a:lnTo>
                  <a:pt x="212566" y="253504"/>
                </a:lnTo>
                <a:cubicBezTo>
                  <a:pt x="214709" y="251281"/>
                  <a:pt x="215900" y="248503"/>
                  <a:pt x="215900" y="245586"/>
                </a:cubicBezTo>
                <a:cubicBezTo>
                  <a:pt x="215900" y="238849"/>
                  <a:pt x="209709" y="233432"/>
                  <a:pt x="202009" y="233432"/>
                </a:cubicBezTo>
                <a:lnTo>
                  <a:pt x="153591" y="233432"/>
                </a:lnTo>
                <a:cubicBezTo>
                  <a:pt x="145891" y="233432"/>
                  <a:pt x="139700" y="238849"/>
                  <a:pt x="139700" y="245586"/>
                </a:cubicBezTo>
                <a:cubicBezTo>
                  <a:pt x="139700" y="248503"/>
                  <a:pt x="140891" y="251281"/>
                  <a:pt x="143034" y="253504"/>
                </a:cubicBezTo>
                <a:lnTo>
                  <a:pt x="165179" y="276076"/>
                </a:lnTo>
                <a:lnTo>
                  <a:pt x="145494" y="325318"/>
                </a:lnTo>
                <a:lnTo>
                  <a:pt x="100251" y="200025"/>
                </a:lnTo>
                <a:lnTo>
                  <a:pt x="128587" y="200025"/>
                </a:lnTo>
                <a:cubicBezTo>
                  <a:pt x="143192" y="207109"/>
                  <a:pt x="159941" y="211138"/>
                  <a:pt x="177800" y="211138"/>
                </a:cubicBezTo>
                <a:cubicBezTo>
                  <a:pt x="195659" y="211138"/>
                  <a:pt x="212407" y="207109"/>
                  <a:pt x="227012" y="200025"/>
                </a:cubicBezTo>
                <a:lnTo>
                  <a:pt x="255349" y="200025"/>
                </a:lnTo>
                <a:lnTo>
                  <a:pt x="210106" y="325318"/>
                </a:lnTo>
                <a:close/>
                <a:moveTo>
                  <a:pt x="177800" y="177800"/>
                </a:moveTo>
                <a:cubicBezTo>
                  <a:pt x="150257" y="177800"/>
                  <a:pt x="126841" y="162451"/>
                  <a:pt x="118031" y="140990"/>
                </a:cubicBezTo>
                <a:cubicBezTo>
                  <a:pt x="122555" y="143212"/>
                  <a:pt x="127794" y="144463"/>
                  <a:pt x="133350" y="144463"/>
                </a:cubicBezTo>
                <a:lnTo>
                  <a:pt x="143193" y="144463"/>
                </a:lnTo>
                <a:cubicBezTo>
                  <a:pt x="156289" y="144463"/>
                  <a:pt x="167878" y="137100"/>
                  <a:pt x="172006" y="126266"/>
                </a:cubicBezTo>
                <a:cubicBezTo>
                  <a:pt x="173831" y="121404"/>
                  <a:pt x="181689" y="121404"/>
                  <a:pt x="183515" y="126266"/>
                </a:cubicBezTo>
                <a:cubicBezTo>
                  <a:pt x="187643" y="137100"/>
                  <a:pt x="199311" y="144463"/>
                  <a:pt x="212328" y="144463"/>
                </a:cubicBezTo>
                <a:lnTo>
                  <a:pt x="222171" y="144463"/>
                </a:lnTo>
                <a:cubicBezTo>
                  <a:pt x="227727" y="144463"/>
                  <a:pt x="232966" y="143212"/>
                  <a:pt x="237490" y="140990"/>
                </a:cubicBezTo>
                <a:cubicBezTo>
                  <a:pt x="228679" y="162451"/>
                  <a:pt x="205264" y="177800"/>
                  <a:pt x="177721" y="177800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26" name="Text 24"/>
          <p:cNvSpPr/>
          <p:nvPr/>
        </p:nvSpPr>
        <p:spPr>
          <a:xfrm>
            <a:off x="5308600" y="67691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CEO Fraud (BEC)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26000" y="7239000"/>
            <a:ext cx="660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"I'm in a meeting. Please wire $50K to this account urgently."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Attackers impersonate executives to trick employees into transferring funds.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29" name="Text 27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Examples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Warning Signs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158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5981" y="76200"/>
                </a:moveTo>
                <a:cubicBezTo>
                  <a:pt x="284268" y="76200"/>
                  <a:pt x="272909" y="79772"/>
                  <a:pt x="262961" y="86281"/>
                </a:cubicBezTo>
                <a:cubicBezTo>
                  <a:pt x="251813" y="73581"/>
                  <a:pt x="238831" y="62944"/>
                  <a:pt x="224508" y="54928"/>
                </a:cubicBezTo>
                <a:cubicBezTo>
                  <a:pt x="244404" y="35878"/>
                  <a:pt x="269734" y="25400"/>
                  <a:pt x="295981" y="25400"/>
                </a:cubicBezTo>
                <a:cubicBezTo>
                  <a:pt x="356941" y="25400"/>
                  <a:pt x="406400" y="80963"/>
                  <a:pt x="406400" y="149622"/>
                </a:cubicBezTo>
                <a:cubicBezTo>
                  <a:pt x="406400" y="182563"/>
                  <a:pt x="394758" y="214154"/>
                  <a:pt x="374086" y="237411"/>
                </a:cubicBezTo>
                <a:lnTo>
                  <a:pt x="323921" y="293846"/>
                </a:lnTo>
                <a:cubicBezTo>
                  <a:pt x="303248" y="317103"/>
                  <a:pt x="275167" y="330200"/>
                  <a:pt x="245886" y="330200"/>
                </a:cubicBezTo>
                <a:cubicBezTo>
                  <a:pt x="184926" y="330200"/>
                  <a:pt x="135467" y="274638"/>
                  <a:pt x="135467" y="205978"/>
                </a:cubicBezTo>
                <a:cubicBezTo>
                  <a:pt x="135467" y="204788"/>
                  <a:pt x="135467" y="203597"/>
                  <a:pt x="135537" y="202406"/>
                </a:cubicBezTo>
                <a:cubicBezTo>
                  <a:pt x="135890" y="188357"/>
                  <a:pt x="146262" y="177324"/>
                  <a:pt x="158750" y="177721"/>
                </a:cubicBezTo>
                <a:cubicBezTo>
                  <a:pt x="171238" y="178118"/>
                  <a:pt x="181046" y="189786"/>
                  <a:pt x="180693" y="203835"/>
                </a:cubicBezTo>
                <a:cubicBezTo>
                  <a:pt x="180693" y="204549"/>
                  <a:pt x="180693" y="205264"/>
                  <a:pt x="180693" y="205899"/>
                </a:cubicBezTo>
                <a:cubicBezTo>
                  <a:pt x="180693" y="246459"/>
                  <a:pt x="209903" y="279321"/>
                  <a:pt x="245957" y="279321"/>
                </a:cubicBezTo>
                <a:cubicBezTo>
                  <a:pt x="263243" y="279321"/>
                  <a:pt x="279823" y="271621"/>
                  <a:pt x="292100" y="257810"/>
                </a:cubicBezTo>
                <a:lnTo>
                  <a:pt x="342265" y="201374"/>
                </a:lnTo>
                <a:cubicBezTo>
                  <a:pt x="354471" y="187643"/>
                  <a:pt x="361386" y="168910"/>
                  <a:pt x="361386" y="149463"/>
                </a:cubicBezTo>
                <a:cubicBezTo>
                  <a:pt x="361386" y="108903"/>
                  <a:pt x="332176" y="76041"/>
                  <a:pt x="296122" y="76041"/>
                </a:cubicBezTo>
                <a:close/>
                <a:moveTo>
                  <a:pt x="194169" y="137557"/>
                </a:moveTo>
                <a:cubicBezTo>
                  <a:pt x="192828" y="136922"/>
                  <a:pt x="191488" y="136049"/>
                  <a:pt x="190288" y="135096"/>
                </a:cubicBezTo>
                <a:cubicBezTo>
                  <a:pt x="181398" y="129937"/>
                  <a:pt x="171238" y="127000"/>
                  <a:pt x="160584" y="127000"/>
                </a:cubicBezTo>
                <a:cubicBezTo>
                  <a:pt x="143298" y="127000"/>
                  <a:pt x="126718" y="134699"/>
                  <a:pt x="114441" y="148511"/>
                </a:cubicBezTo>
                <a:lnTo>
                  <a:pt x="64276" y="204946"/>
                </a:lnTo>
                <a:cubicBezTo>
                  <a:pt x="52070" y="218678"/>
                  <a:pt x="45156" y="237411"/>
                  <a:pt x="45156" y="256858"/>
                </a:cubicBezTo>
                <a:cubicBezTo>
                  <a:pt x="45156" y="297418"/>
                  <a:pt x="74366" y="330279"/>
                  <a:pt x="110419" y="330279"/>
                </a:cubicBezTo>
                <a:cubicBezTo>
                  <a:pt x="122061" y="330279"/>
                  <a:pt x="133421" y="326787"/>
                  <a:pt x="143369" y="320278"/>
                </a:cubicBezTo>
                <a:cubicBezTo>
                  <a:pt x="154517" y="332978"/>
                  <a:pt x="167499" y="343614"/>
                  <a:pt x="181892" y="351631"/>
                </a:cubicBezTo>
                <a:cubicBezTo>
                  <a:pt x="161996" y="370602"/>
                  <a:pt x="136737" y="381159"/>
                  <a:pt x="110419" y="381159"/>
                </a:cubicBezTo>
                <a:cubicBezTo>
                  <a:pt x="49459" y="381159"/>
                  <a:pt x="0" y="325596"/>
                  <a:pt x="0" y="256937"/>
                </a:cubicBezTo>
                <a:cubicBezTo>
                  <a:pt x="0" y="223996"/>
                  <a:pt x="11642" y="192405"/>
                  <a:pt x="32314" y="169148"/>
                </a:cubicBezTo>
                <a:lnTo>
                  <a:pt x="82479" y="112713"/>
                </a:lnTo>
                <a:cubicBezTo>
                  <a:pt x="103152" y="89456"/>
                  <a:pt x="131233" y="76359"/>
                  <a:pt x="160514" y="76359"/>
                </a:cubicBezTo>
                <a:cubicBezTo>
                  <a:pt x="221615" y="76359"/>
                  <a:pt x="270933" y="132398"/>
                  <a:pt x="270933" y="200898"/>
                </a:cubicBezTo>
                <a:cubicBezTo>
                  <a:pt x="270933" y="201930"/>
                  <a:pt x="270933" y="202962"/>
                  <a:pt x="270933" y="203994"/>
                </a:cubicBezTo>
                <a:cubicBezTo>
                  <a:pt x="270651" y="218043"/>
                  <a:pt x="260279" y="229076"/>
                  <a:pt x="247791" y="228759"/>
                </a:cubicBezTo>
                <a:cubicBezTo>
                  <a:pt x="235303" y="228441"/>
                  <a:pt x="225496" y="216773"/>
                  <a:pt x="225778" y="202724"/>
                </a:cubicBezTo>
                <a:cubicBezTo>
                  <a:pt x="225778" y="202089"/>
                  <a:pt x="225778" y="201533"/>
                  <a:pt x="225778" y="200898"/>
                </a:cubicBezTo>
                <a:cubicBezTo>
                  <a:pt x="225778" y="174149"/>
                  <a:pt x="213078" y="150654"/>
                  <a:pt x="194169" y="137716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5" name="Text 3"/>
          <p:cNvSpPr/>
          <p:nvPr/>
        </p:nvSpPr>
        <p:spPr>
          <a:xfrm>
            <a:off x="1587500" y="1549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Suspicious Links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87500" y="1930400"/>
            <a:ext cx="1390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Hover over links before clicking — check if the actual URL matches the displayed text. Watch for misspelled domains.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87500" y="2667000"/>
            <a:ext cx="13906500" cy="127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292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9" name="Text 7"/>
          <p:cNvSpPr/>
          <p:nvPr/>
        </p:nvSpPr>
        <p:spPr>
          <a:xfrm>
            <a:off x="1587500" y="28829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Urgent Language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87500" y="3263900"/>
            <a:ext cx="1390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Messages creating panic like "Account will be closed!" or "Immediate action required!" are major red flags.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87500" y="4000500"/>
            <a:ext cx="13906500" cy="127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" y="425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86614" y="101600"/>
                </a:moveTo>
                <a:cubicBezTo>
                  <a:pt x="86614" y="67570"/>
                  <a:pt x="101138" y="36126"/>
                  <a:pt x="124714" y="19111"/>
                </a:cubicBezTo>
                <a:cubicBezTo>
                  <a:pt x="148290" y="2096"/>
                  <a:pt x="177338" y="2096"/>
                  <a:pt x="200914" y="19111"/>
                </a:cubicBezTo>
                <a:cubicBezTo>
                  <a:pt x="224490" y="36126"/>
                  <a:pt x="239014" y="67570"/>
                  <a:pt x="239014" y="101600"/>
                </a:cubicBezTo>
                <a:cubicBezTo>
                  <a:pt x="239014" y="154170"/>
                  <a:pt x="204870" y="196850"/>
                  <a:pt x="162814" y="196850"/>
                </a:cubicBezTo>
                <a:cubicBezTo>
                  <a:pt x="120758" y="196850"/>
                  <a:pt x="86614" y="154170"/>
                  <a:pt x="86614" y="101600"/>
                </a:cubicBezTo>
                <a:close/>
                <a:moveTo>
                  <a:pt x="30734" y="382826"/>
                </a:moveTo>
                <a:cubicBezTo>
                  <a:pt x="30734" y="304641"/>
                  <a:pt x="81407" y="241300"/>
                  <a:pt x="143955" y="241300"/>
                </a:cubicBezTo>
                <a:lnTo>
                  <a:pt x="181674" y="241300"/>
                </a:lnTo>
                <a:cubicBezTo>
                  <a:pt x="244221" y="241300"/>
                  <a:pt x="294894" y="304641"/>
                  <a:pt x="294894" y="382826"/>
                </a:cubicBezTo>
                <a:cubicBezTo>
                  <a:pt x="294894" y="395843"/>
                  <a:pt x="286449" y="406400"/>
                  <a:pt x="276035" y="406400"/>
                </a:cubicBezTo>
                <a:lnTo>
                  <a:pt x="49594" y="406400"/>
                </a:lnTo>
                <a:cubicBezTo>
                  <a:pt x="39180" y="406400"/>
                  <a:pt x="30734" y="395843"/>
                  <a:pt x="30734" y="382826"/>
                </a:cubicBezTo>
                <a:close/>
                <a:moveTo>
                  <a:pt x="388811" y="98504"/>
                </a:moveTo>
                <a:cubicBezTo>
                  <a:pt x="394780" y="105966"/>
                  <a:pt x="394780" y="118031"/>
                  <a:pt x="388811" y="125413"/>
                </a:cubicBezTo>
                <a:lnTo>
                  <a:pt x="367284" y="152321"/>
                </a:lnTo>
                <a:lnTo>
                  <a:pt x="388811" y="179229"/>
                </a:lnTo>
                <a:cubicBezTo>
                  <a:pt x="394780" y="186690"/>
                  <a:pt x="394780" y="198755"/>
                  <a:pt x="388811" y="206137"/>
                </a:cubicBezTo>
                <a:cubicBezTo>
                  <a:pt x="382841" y="213519"/>
                  <a:pt x="373190" y="213598"/>
                  <a:pt x="367284" y="206137"/>
                </a:cubicBezTo>
                <a:lnTo>
                  <a:pt x="345758" y="179229"/>
                </a:lnTo>
                <a:lnTo>
                  <a:pt x="324231" y="206137"/>
                </a:lnTo>
                <a:cubicBezTo>
                  <a:pt x="318262" y="213598"/>
                  <a:pt x="308610" y="213598"/>
                  <a:pt x="302705" y="206137"/>
                </a:cubicBezTo>
                <a:cubicBezTo>
                  <a:pt x="296799" y="198676"/>
                  <a:pt x="296736" y="186611"/>
                  <a:pt x="302705" y="179229"/>
                </a:cubicBezTo>
                <a:lnTo>
                  <a:pt x="324231" y="152321"/>
                </a:lnTo>
                <a:lnTo>
                  <a:pt x="302705" y="125412"/>
                </a:lnTo>
                <a:cubicBezTo>
                  <a:pt x="296736" y="117951"/>
                  <a:pt x="296736" y="105886"/>
                  <a:pt x="302705" y="98504"/>
                </a:cubicBezTo>
                <a:cubicBezTo>
                  <a:pt x="308674" y="91122"/>
                  <a:pt x="318326" y="91043"/>
                  <a:pt x="324231" y="98504"/>
                </a:cubicBezTo>
                <a:lnTo>
                  <a:pt x="345758" y="125412"/>
                </a:lnTo>
                <a:lnTo>
                  <a:pt x="367284" y="98504"/>
                </a:lnTo>
                <a:cubicBezTo>
                  <a:pt x="373253" y="91043"/>
                  <a:pt x="382905" y="91043"/>
                  <a:pt x="388811" y="98504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13" name="Text 11"/>
          <p:cNvSpPr/>
          <p:nvPr/>
        </p:nvSpPr>
        <p:spPr>
          <a:xfrm>
            <a:off x="1587500" y="4216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Unknown Sender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87500" y="4597400"/>
            <a:ext cx="1390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the sender's email address carefully — attackers use addresses that look similar to legitimate ones.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87500" y="5334000"/>
            <a:ext cx="13906500" cy="127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84667" y="25400"/>
                </a:moveTo>
                <a:cubicBezTo>
                  <a:pt x="50377" y="25400"/>
                  <a:pt x="22578" y="56674"/>
                  <a:pt x="22578" y="95250"/>
                </a:cubicBezTo>
                <a:lnTo>
                  <a:pt x="22578" y="228600"/>
                </a:lnTo>
                <a:cubicBezTo>
                  <a:pt x="22578" y="242649"/>
                  <a:pt x="32667" y="254000"/>
                  <a:pt x="45156" y="254000"/>
                </a:cubicBezTo>
                <a:cubicBezTo>
                  <a:pt x="57644" y="254000"/>
                  <a:pt x="67733" y="242649"/>
                  <a:pt x="67733" y="228600"/>
                </a:cubicBezTo>
                <a:lnTo>
                  <a:pt x="67733" y="177800"/>
                </a:lnTo>
                <a:lnTo>
                  <a:pt x="112889" y="177800"/>
                </a:lnTo>
                <a:lnTo>
                  <a:pt x="112889" y="228600"/>
                </a:lnTo>
                <a:cubicBezTo>
                  <a:pt x="112889" y="242649"/>
                  <a:pt x="122978" y="254000"/>
                  <a:pt x="135467" y="254000"/>
                </a:cubicBezTo>
                <a:cubicBezTo>
                  <a:pt x="147955" y="254000"/>
                  <a:pt x="158044" y="242649"/>
                  <a:pt x="158044" y="228600"/>
                </a:cubicBezTo>
                <a:lnTo>
                  <a:pt x="158044" y="95250"/>
                </a:lnTo>
                <a:cubicBezTo>
                  <a:pt x="158044" y="56674"/>
                  <a:pt x="130246" y="25400"/>
                  <a:pt x="95956" y="25400"/>
                </a:cubicBezTo>
                <a:lnTo>
                  <a:pt x="84667" y="25400"/>
                </a:lnTo>
                <a:close/>
                <a:moveTo>
                  <a:pt x="112889" y="127000"/>
                </a:moveTo>
                <a:lnTo>
                  <a:pt x="67733" y="127000"/>
                </a:lnTo>
                <a:lnTo>
                  <a:pt x="67733" y="95250"/>
                </a:lnTo>
                <a:cubicBezTo>
                  <a:pt x="67733" y="84693"/>
                  <a:pt x="75283" y="76200"/>
                  <a:pt x="84667" y="76200"/>
                </a:cubicBezTo>
                <a:lnTo>
                  <a:pt x="95956" y="76200"/>
                </a:lnTo>
                <a:cubicBezTo>
                  <a:pt x="105339" y="76200"/>
                  <a:pt x="112889" y="84693"/>
                  <a:pt x="112889" y="95250"/>
                </a:cubicBezTo>
                <a:lnTo>
                  <a:pt x="112889" y="127000"/>
                </a:lnTo>
                <a:close/>
                <a:moveTo>
                  <a:pt x="214489" y="25400"/>
                </a:moveTo>
                <a:cubicBezTo>
                  <a:pt x="202001" y="25400"/>
                  <a:pt x="191911" y="36751"/>
                  <a:pt x="191911" y="50800"/>
                </a:cubicBezTo>
                <a:lnTo>
                  <a:pt x="191911" y="228600"/>
                </a:lnTo>
                <a:cubicBezTo>
                  <a:pt x="191911" y="242649"/>
                  <a:pt x="202001" y="254000"/>
                  <a:pt x="214489" y="254000"/>
                </a:cubicBezTo>
                <a:lnTo>
                  <a:pt x="265289" y="254000"/>
                </a:lnTo>
                <a:cubicBezTo>
                  <a:pt x="299579" y="254000"/>
                  <a:pt x="327378" y="222726"/>
                  <a:pt x="327378" y="184150"/>
                </a:cubicBezTo>
                <a:cubicBezTo>
                  <a:pt x="327378" y="165418"/>
                  <a:pt x="320816" y="148431"/>
                  <a:pt x="310162" y="135890"/>
                </a:cubicBezTo>
                <a:cubicBezTo>
                  <a:pt x="317429" y="124460"/>
                  <a:pt x="321733" y="110411"/>
                  <a:pt x="321733" y="95250"/>
                </a:cubicBezTo>
                <a:cubicBezTo>
                  <a:pt x="321733" y="56674"/>
                  <a:pt x="293934" y="25400"/>
                  <a:pt x="259644" y="25400"/>
                </a:cubicBezTo>
                <a:lnTo>
                  <a:pt x="214489" y="25400"/>
                </a:lnTo>
                <a:close/>
                <a:moveTo>
                  <a:pt x="259644" y="114300"/>
                </a:moveTo>
                <a:lnTo>
                  <a:pt x="237067" y="114300"/>
                </a:lnTo>
                <a:lnTo>
                  <a:pt x="237067" y="76200"/>
                </a:lnTo>
                <a:lnTo>
                  <a:pt x="259644" y="76200"/>
                </a:lnTo>
                <a:cubicBezTo>
                  <a:pt x="269028" y="76200"/>
                  <a:pt x="276578" y="84693"/>
                  <a:pt x="276578" y="95250"/>
                </a:cubicBezTo>
                <a:cubicBezTo>
                  <a:pt x="276578" y="105807"/>
                  <a:pt x="269028" y="114300"/>
                  <a:pt x="259644" y="114300"/>
                </a:cubicBezTo>
                <a:close/>
                <a:moveTo>
                  <a:pt x="237067" y="203200"/>
                </a:moveTo>
                <a:lnTo>
                  <a:pt x="237067" y="165100"/>
                </a:lnTo>
                <a:lnTo>
                  <a:pt x="265289" y="165100"/>
                </a:lnTo>
                <a:cubicBezTo>
                  <a:pt x="274673" y="165100"/>
                  <a:pt x="282222" y="173593"/>
                  <a:pt x="282222" y="184150"/>
                </a:cubicBezTo>
                <a:cubicBezTo>
                  <a:pt x="282222" y="194707"/>
                  <a:pt x="274673" y="203200"/>
                  <a:pt x="265289" y="203200"/>
                </a:cubicBezTo>
                <a:lnTo>
                  <a:pt x="237067" y="203200"/>
                </a:lnTo>
                <a:close/>
                <a:moveTo>
                  <a:pt x="401461" y="269875"/>
                </a:moveTo>
                <a:cubicBezTo>
                  <a:pt x="409222" y="258921"/>
                  <a:pt x="407670" y="242967"/>
                  <a:pt x="397933" y="234156"/>
                </a:cubicBezTo>
                <a:cubicBezTo>
                  <a:pt x="388197" y="225346"/>
                  <a:pt x="374015" y="227171"/>
                  <a:pt x="366183" y="238125"/>
                </a:cubicBezTo>
                <a:lnTo>
                  <a:pt x="291606" y="342979"/>
                </a:lnTo>
                <a:lnTo>
                  <a:pt x="264301" y="312261"/>
                </a:lnTo>
                <a:cubicBezTo>
                  <a:pt x="255482" y="302339"/>
                  <a:pt x="241159" y="302339"/>
                  <a:pt x="232339" y="312261"/>
                </a:cubicBezTo>
                <a:cubicBezTo>
                  <a:pt x="223520" y="322183"/>
                  <a:pt x="223520" y="338296"/>
                  <a:pt x="232339" y="348218"/>
                </a:cubicBezTo>
                <a:lnTo>
                  <a:pt x="277495" y="399018"/>
                </a:lnTo>
                <a:cubicBezTo>
                  <a:pt x="282011" y="404098"/>
                  <a:pt x="288290" y="406797"/>
                  <a:pt x="294711" y="406400"/>
                </a:cubicBezTo>
                <a:cubicBezTo>
                  <a:pt x="301131" y="406003"/>
                  <a:pt x="307058" y="402511"/>
                  <a:pt x="311079" y="396875"/>
                </a:cubicBezTo>
                <a:lnTo>
                  <a:pt x="401461" y="269875"/>
                </a:ln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55499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Grammar &amp; Spelling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87500" y="5930900"/>
            <a:ext cx="1390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phishing emails contain typos, awkward phrasing, or formatting errors that legitimate companies wouldn't make.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87500" y="6667500"/>
            <a:ext cx="13906500" cy="127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20" name="Shape 18"/>
          <p:cNvSpPr/>
          <p:nvPr/>
        </p:nvSpPr>
        <p:spPr>
          <a:xfrm>
            <a:off x="952500" y="692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8276" y="10160"/>
                </a:moveTo>
                <a:cubicBezTo>
                  <a:pt x="222885" y="-34449"/>
                  <a:pt x="295275" y="-34449"/>
                  <a:pt x="339884" y="10160"/>
                </a:cubicBezTo>
                <a:cubicBezTo>
                  <a:pt x="384493" y="54769"/>
                  <a:pt x="384493" y="127159"/>
                  <a:pt x="339884" y="171768"/>
                </a:cubicBezTo>
                <a:lnTo>
                  <a:pt x="209709" y="301943"/>
                </a:lnTo>
                <a:cubicBezTo>
                  <a:pt x="182404" y="329247"/>
                  <a:pt x="138192" y="329247"/>
                  <a:pt x="110887" y="301943"/>
                </a:cubicBezTo>
                <a:cubicBezTo>
                  <a:pt x="83582" y="274638"/>
                  <a:pt x="83582" y="230426"/>
                  <a:pt x="110887" y="203121"/>
                </a:cubicBezTo>
                <a:lnTo>
                  <a:pt x="232172" y="81994"/>
                </a:lnTo>
                <a:cubicBezTo>
                  <a:pt x="242094" y="72073"/>
                  <a:pt x="258207" y="72073"/>
                  <a:pt x="268129" y="81994"/>
                </a:cubicBezTo>
                <a:cubicBezTo>
                  <a:pt x="278051" y="91916"/>
                  <a:pt x="278051" y="108029"/>
                  <a:pt x="268129" y="117951"/>
                </a:cubicBezTo>
                <a:lnTo>
                  <a:pt x="146844" y="239157"/>
                </a:lnTo>
                <a:cubicBezTo>
                  <a:pt x="139383" y="246618"/>
                  <a:pt x="139383" y="258683"/>
                  <a:pt x="146844" y="266065"/>
                </a:cubicBezTo>
                <a:cubicBezTo>
                  <a:pt x="154305" y="273447"/>
                  <a:pt x="166370" y="273526"/>
                  <a:pt x="173752" y="266065"/>
                </a:cubicBezTo>
                <a:lnTo>
                  <a:pt x="303927" y="135890"/>
                </a:lnTo>
                <a:cubicBezTo>
                  <a:pt x="328692" y="111125"/>
                  <a:pt x="328692" y="70882"/>
                  <a:pt x="303927" y="46117"/>
                </a:cubicBezTo>
                <a:cubicBezTo>
                  <a:pt x="279162" y="21352"/>
                  <a:pt x="238919" y="21352"/>
                  <a:pt x="214154" y="46117"/>
                </a:cubicBezTo>
                <a:lnTo>
                  <a:pt x="83979" y="176292"/>
                </a:lnTo>
                <a:cubicBezTo>
                  <a:pt x="41831" y="218440"/>
                  <a:pt x="41831" y="286782"/>
                  <a:pt x="83979" y="328930"/>
                </a:cubicBezTo>
                <a:cubicBezTo>
                  <a:pt x="126127" y="371078"/>
                  <a:pt x="194469" y="371078"/>
                  <a:pt x="236617" y="328930"/>
                </a:cubicBezTo>
                <a:lnTo>
                  <a:pt x="339963" y="225663"/>
                </a:lnTo>
                <a:cubicBezTo>
                  <a:pt x="349885" y="215741"/>
                  <a:pt x="365998" y="215741"/>
                  <a:pt x="375920" y="225663"/>
                </a:cubicBezTo>
                <a:cubicBezTo>
                  <a:pt x="385842" y="235585"/>
                  <a:pt x="385842" y="251698"/>
                  <a:pt x="375920" y="261620"/>
                </a:cubicBezTo>
                <a:lnTo>
                  <a:pt x="272574" y="364808"/>
                </a:lnTo>
                <a:cubicBezTo>
                  <a:pt x="210582" y="426799"/>
                  <a:pt x="110093" y="426799"/>
                  <a:pt x="48101" y="364808"/>
                </a:cubicBezTo>
                <a:cubicBezTo>
                  <a:pt x="-13891" y="302816"/>
                  <a:pt x="-13891" y="202327"/>
                  <a:pt x="48101" y="140335"/>
                </a:cubicBezTo>
                <a:lnTo>
                  <a:pt x="178276" y="10160"/>
                </a:ln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21" name="Text 19"/>
          <p:cNvSpPr/>
          <p:nvPr/>
        </p:nvSpPr>
        <p:spPr>
          <a:xfrm>
            <a:off x="1587500" y="6883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Unexpected Attachments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87500" y="7264400"/>
            <a:ext cx="1390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 wary of unsolicited attachments, especially .exe, .zip, or .docm files — they may contain malware.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87500" y="8001000"/>
            <a:ext cx="13906500" cy="127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500" y="806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5156" y="25400"/>
                </a:moveTo>
                <a:cubicBezTo>
                  <a:pt x="20249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0249" y="381000"/>
                  <a:pt x="45156" y="381000"/>
                </a:cubicBezTo>
                <a:lnTo>
                  <a:pt x="361244" y="381000"/>
                </a:lnTo>
                <a:cubicBezTo>
                  <a:pt x="386151" y="381000"/>
                  <a:pt x="406400" y="358219"/>
                  <a:pt x="406400" y="330200"/>
                </a:cubicBezTo>
                <a:lnTo>
                  <a:pt x="406400" y="76200"/>
                </a:lnTo>
                <a:cubicBezTo>
                  <a:pt x="406400" y="48181"/>
                  <a:pt x="386151" y="25400"/>
                  <a:pt x="361244" y="25400"/>
                </a:cubicBezTo>
                <a:lnTo>
                  <a:pt x="45156" y="25400"/>
                </a:lnTo>
                <a:close/>
                <a:moveTo>
                  <a:pt x="101600" y="228600"/>
                </a:moveTo>
                <a:lnTo>
                  <a:pt x="146756" y="228600"/>
                </a:lnTo>
                <a:cubicBezTo>
                  <a:pt x="177941" y="228600"/>
                  <a:pt x="203200" y="257016"/>
                  <a:pt x="203200" y="292100"/>
                </a:cubicBezTo>
                <a:cubicBezTo>
                  <a:pt x="203200" y="299085"/>
                  <a:pt x="198120" y="304800"/>
                  <a:pt x="191911" y="304800"/>
                </a:cubicBezTo>
                <a:lnTo>
                  <a:pt x="56444" y="304800"/>
                </a:lnTo>
                <a:cubicBezTo>
                  <a:pt x="50236" y="304800"/>
                  <a:pt x="45156" y="299085"/>
                  <a:pt x="45156" y="292100"/>
                </a:cubicBezTo>
                <a:cubicBezTo>
                  <a:pt x="45156" y="257016"/>
                  <a:pt x="70414" y="228600"/>
                  <a:pt x="101600" y="228600"/>
                </a:cubicBezTo>
                <a:close/>
                <a:moveTo>
                  <a:pt x="84667" y="152400"/>
                </a:moveTo>
                <a:cubicBezTo>
                  <a:pt x="84667" y="127867"/>
                  <a:pt x="102371" y="107950"/>
                  <a:pt x="124178" y="107950"/>
                </a:cubicBezTo>
                <a:cubicBezTo>
                  <a:pt x="145985" y="107950"/>
                  <a:pt x="163689" y="127867"/>
                  <a:pt x="163689" y="152400"/>
                </a:cubicBezTo>
                <a:cubicBezTo>
                  <a:pt x="163689" y="176933"/>
                  <a:pt x="145985" y="196850"/>
                  <a:pt x="124178" y="196850"/>
                </a:cubicBezTo>
                <a:cubicBezTo>
                  <a:pt x="102371" y="196850"/>
                  <a:pt x="84667" y="176933"/>
                  <a:pt x="84667" y="152400"/>
                </a:cubicBezTo>
                <a:close/>
                <a:moveTo>
                  <a:pt x="254000" y="114300"/>
                </a:moveTo>
                <a:lnTo>
                  <a:pt x="333022" y="114300"/>
                </a:lnTo>
                <a:cubicBezTo>
                  <a:pt x="342406" y="114300"/>
                  <a:pt x="349956" y="122793"/>
                  <a:pt x="349956" y="133350"/>
                </a:cubicBezTo>
                <a:cubicBezTo>
                  <a:pt x="349956" y="143907"/>
                  <a:pt x="342406" y="152400"/>
                  <a:pt x="333022" y="152400"/>
                </a:cubicBezTo>
                <a:lnTo>
                  <a:pt x="254000" y="152400"/>
                </a:lnTo>
                <a:cubicBezTo>
                  <a:pt x="244616" y="152400"/>
                  <a:pt x="237067" y="143907"/>
                  <a:pt x="237067" y="133350"/>
                </a:cubicBezTo>
                <a:cubicBezTo>
                  <a:pt x="237067" y="122793"/>
                  <a:pt x="244616" y="114300"/>
                  <a:pt x="254000" y="114300"/>
                </a:cubicBezTo>
                <a:close/>
                <a:moveTo>
                  <a:pt x="254000" y="190500"/>
                </a:moveTo>
                <a:lnTo>
                  <a:pt x="333022" y="190500"/>
                </a:lnTo>
                <a:cubicBezTo>
                  <a:pt x="342406" y="190500"/>
                  <a:pt x="349956" y="198993"/>
                  <a:pt x="349956" y="209550"/>
                </a:cubicBezTo>
                <a:cubicBezTo>
                  <a:pt x="349956" y="220107"/>
                  <a:pt x="342406" y="228600"/>
                  <a:pt x="333022" y="228600"/>
                </a:cubicBezTo>
                <a:lnTo>
                  <a:pt x="254000" y="228600"/>
                </a:lnTo>
                <a:cubicBezTo>
                  <a:pt x="244616" y="228600"/>
                  <a:pt x="237067" y="220107"/>
                  <a:pt x="237067" y="209550"/>
                </a:cubicBezTo>
                <a:cubicBezTo>
                  <a:pt x="237067" y="198993"/>
                  <a:pt x="244616" y="190500"/>
                  <a:pt x="254000" y="190500"/>
                </a:cubicBez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25" name="Text 23"/>
          <p:cNvSpPr/>
          <p:nvPr/>
        </p:nvSpPr>
        <p:spPr>
          <a:xfrm>
            <a:off x="1587500" y="8026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Generic Greetings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87500" y="8407400"/>
            <a:ext cx="1390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"Dear Customer" instead of your name — legitimate companies usually personalize their messages.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864600"/>
            <a:ext cx="14732000" cy="254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28" name="Text 26"/>
          <p:cNvSpPr/>
          <p:nvPr/>
        </p:nvSpPr>
        <p:spPr>
          <a:xfrm>
            <a:off x="13462000" y="88900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 Signs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1755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1841500"/>
            <a:ext cx="635000" cy="635000"/>
          </a:xfrm>
          <a:prstGeom prst="ellipse">
            <a:avLst/>
          </a:prstGeom>
          <a:solidFill>
            <a:srgbClr val="9B1B30">
              <a:alpha val="6275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19200" y="1981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025" y="22225"/>
                </a:moveTo>
                <a:cubicBezTo>
                  <a:pt x="200025" y="9932"/>
                  <a:pt x="190093" y="0"/>
                  <a:pt x="177800" y="0"/>
                </a:cubicBezTo>
                <a:cubicBezTo>
                  <a:pt x="165507" y="0"/>
                  <a:pt x="155575" y="9932"/>
                  <a:pt x="155575" y="22225"/>
                </a:cubicBezTo>
                <a:lnTo>
                  <a:pt x="155575" y="166688"/>
                </a:lnTo>
                <a:cubicBezTo>
                  <a:pt x="155575" y="172799"/>
                  <a:pt x="150574" y="177800"/>
                  <a:pt x="144463" y="177800"/>
                </a:cubicBezTo>
                <a:cubicBezTo>
                  <a:pt x="138351" y="177800"/>
                  <a:pt x="133350" y="172799"/>
                  <a:pt x="133350" y="166688"/>
                </a:cubicBezTo>
                <a:lnTo>
                  <a:pt x="133350" y="44450"/>
                </a:lnTo>
                <a:cubicBezTo>
                  <a:pt x="133350" y="32157"/>
                  <a:pt x="123418" y="22225"/>
                  <a:pt x="111125" y="22225"/>
                </a:cubicBezTo>
                <a:cubicBezTo>
                  <a:pt x="98832" y="22225"/>
                  <a:pt x="88900" y="32157"/>
                  <a:pt x="88900" y="44450"/>
                </a:cubicBezTo>
                <a:lnTo>
                  <a:pt x="88900" y="233363"/>
                </a:lnTo>
                <a:cubicBezTo>
                  <a:pt x="88900" y="234404"/>
                  <a:pt x="88900" y="235516"/>
                  <a:pt x="88969" y="236557"/>
                </a:cubicBezTo>
                <a:lnTo>
                  <a:pt x="46950" y="196552"/>
                </a:lnTo>
                <a:cubicBezTo>
                  <a:pt x="35838" y="185995"/>
                  <a:pt x="18266" y="186412"/>
                  <a:pt x="7640" y="197525"/>
                </a:cubicBezTo>
                <a:cubicBezTo>
                  <a:pt x="-2986" y="208637"/>
                  <a:pt x="-2500" y="226209"/>
                  <a:pt x="8612" y="236835"/>
                </a:cubicBezTo>
                <a:lnTo>
                  <a:pt x="86678" y="311150"/>
                </a:lnTo>
                <a:cubicBezTo>
                  <a:pt x="116612" y="339695"/>
                  <a:pt x="156408" y="355600"/>
                  <a:pt x="197803" y="355600"/>
                </a:cubicBezTo>
                <a:lnTo>
                  <a:pt x="211138" y="355600"/>
                </a:lnTo>
                <a:cubicBezTo>
                  <a:pt x="278646" y="355600"/>
                  <a:pt x="333375" y="300871"/>
                  <a:pt x="333375" y="233363"/>
                </a:cubicBezTo>
                <a:lnTo>
                  <a:pt x="333375" y="88900"/>
                </a:lnTo>
                <a:cubicBezTo>
                  <a:pt x="333375" y="76607"/>
                  <a:pt x="323443" y="66675"/>
                  <a:pt x="311150" y="66675"/>
                </a:cubicBezTo>
                <a:cubicBezTo>
                  <a:pt x="298857" y="66675"/>
                  <a:pt x="288925" y="76607"/>
                  <a:pt x="288925" y="88900"/>
                </a:cubicBezTo>
                <a:lnTo>
                  <a:pt x="288925" y="166688"/>
                </a:lnTo>
                <a:cubicBezTo>
                  <a:pt x="288925" y="172799"/>
                  <a:pt x="283924" y="177800"/>
                  <a:pt x="277813" y="177800"/>
                </a:cubicBezTo>
                <a:cubicBezTo>
                  <a:pt x="271701" y="177800"/>
                  <a:pt x="266700" y="172799"/>
                  <a:pt x="266700" y="166688"/>
                </a:cubicBezTo>
                <a:lnTo>
                  <a:pt x="266700" y="44450"/>
                </a:lnTo>
                <a:cubicBezTo>
                  <a:pt x="266700" y="32157"/>
                  <a:pt x="256768" y="22225"/>
                  <a:pt x="244475" y="22225"/>
                </a:cubicBezTo>
                <a:cubicBezTo>
                  <a:pt x="232182" y="22225"/>
                  <a:pt x="222250" y="32157"/>
                  <a:pt x="222250" y="44450"/>
                </a:cubicBezTo>
                <a:lnTo>
                  <a:pt x="222250" y="166688"/>
                </a:lnTo>
                <a:cubicBezTo>
                  <a:pt x="222250" y="172799"/>
                  <a:pt x="217249" y="177800"/>
                  <a:pt x="211138" y="177800"/>
                </a:cubicBezTo>
                <a:cubicBezTo>
                  <a:pt x="205026" y="177800"/>
                  <a:pt x="200025" y="172799"/>
                  <a:pt x="200025" y="166688"/>
                </a:cubicBezTo>
                <a:lnTo>
                  <a:pt x="200025" y="22225"/>
                </a:ln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7" name="Text 5"/>
          <p:cNvSpPr/>
          <p:nvPr/>
        </p:nvSpPr>
        <p:spPr>
          <a:xfrm>
            <a:off x="1905000" y="18796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Don't Click Unknown Links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667000"/>
            <a:ext cx="660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verify links by hovering before clicking. When in doubt, navigate directly to the website by typing the URL manually into your browser.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18500" y="1524000"/>
            <a:ext cx="71755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36000" y="1841500"/>
            <a:ext cx="635000" cy="635000"/>
          </a:xfrm>
          <a:prstGeom prst="ellipse">
            <a:avLst/>
          </a:prstGeom>
          <a:solidFill>
            <a:srgbClr val="9B1B30">
              <a:alpha val="627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75700" y="1981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12" name="Text 10"/>
          <p:cNvSpPr/>
          <p:nvPr/>
        </p:nvSpPr>
        <p:spPr>
          <a:xfrm>
            <a:off x="9461500" y="18796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Verify Sources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36000" y="2667000"/>
            <a:ext cx="660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Independently contact the sender through official channels. Never reply directly to suspicious emails or messages.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143500"/>
            <a:ext cx="71755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9500" y="5461000"/>
            <a:ext cx="635000" cy="635000"/>
          </a:xfrm>
          <a:prstGeom prst="ellipse">
            <a:avLst/>
          </a:prstGeom>
          <a:solidFill>
            <a:srgbClr val="C7861E">
              <a:alpha val="9412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19200" y="5600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17" name="Text 15"/>
          <p:cNvSpPr/>
          <p:nvPr/>
        </p:nvSpPr>
        <p:spPr>
          <a:xfrm>
            <a:off x="1905000" y="54991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2FA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79500" y="62865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Two-Factor Authentication adds a critical second layer of security, making stolen passwords useless without the second verification step.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18500" y="5143500"/>
            <a:ext cx="71755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36000" y="5461000"/>
            <a:ext cx="635000" cy="635000"/>
          </a:xfrm>
          <a:prstGeom prst="ellipse">
            <a:avLst/>
          </a:prstGeom>
          <a:solidFill>
            <a:srgbClr val="C7861E">
              <a:alpha val="9412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775700" y="5600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22" name="Text 20"/>
          <p:cNvSpPr/>
          <p:nvPr/>
        </p:nvSpPr>
        <p:spPr>
          <a:xfrm>
            <a:off x="9461500" y="54991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Software Updated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36000" y="62865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Regularly update your OS, browser, and antivirus to patch security vulnerabilities that attackers could exploit.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25" name="Text 23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Prevention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400" y="85725"/>
                </a:moveTo>
                <a:lnTo>
                  <a:pt x="152400" y="142875"/>
                </a:lnTo>
                <a:lnTo>
                  <a:pt x="304800" y="142875"/>
                </a:lnTo>
                <a:lnTo>
                  <a:pt x="304800" y="85725"/>
                </a:lnTo>
                <a:cubicBezTo>
                  <a:pt x="304800" y="54203"/>
                  <a:pt x="270629" y="28575"/>
                  <a:pt x="228600" y="28575"/>
                </a:cubicBezTo>
                <a:cubicBezTo>
                  <a:pt x="186571" y="28575"/>
                  <a:pt x="152400" y="54203"/>
                  <a:pt x="152400" y="85725"/>
                </a:cubicBezTo>
                <a:close/>
                <a:moveTo>
                  <a:pt x="76200" y="142875"/>
                </a:moveTo>
                <a:lnTo>
                  <a:pt x="76200" y="85725"/>
                </a:lnTo>
                <a:cubicBezTo>
                  <a:pt x="76200" y="22592"/>
                  <a:pt x="144423" y="-28575"/>
                  <a:pt x="228600" y="-28575"/>
                </a:cubicBezTo>
                <a:cubicBezTo>
                  <a:pt x="312777" y="-28575"/>
                  <a:pt x="381000" y="22592"/>
                  <a:pt x="381000" y="85725"/>
                </a:cubicBezTo>
                <a:lnTo>
                  <a:pt x="381000" y="142875"/>
                </a:lnTo>
                <a:cubicBezTo>
                  <a:pt x="423029" y="142875"/>
                  <a:pt x="457200" y="168503"/>
                  <a:pt x="457200" y="200025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34171" y="142875"/>
                  <a:pt x="76200" y="142875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476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Passwords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9500" y="29210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unique, complex passwords (12+ characters) for every account. Consider using a password manager.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78500" y="1524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6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8575"/>
                </a:moveTo>
                <a:cubicBezTo>
                  <a:pt x="164465" y="28575"/>
                  <a:pt x="113109" y="61436"/>
                  <a:pt x="75724" y="100548"/>
                </a:cubicBezTo>
                <a:cubicBezTo>
                  <a:pt x="38576" y="139392"/>
                  <a:pt x="13732" y="185738"/>
                  <a:pt x="1905" y="217616"/>
                </a:cubicBezTo>
                <a:cubicBezTo>
                  <a:pt x="-714" y="224671"/>
                  <a:pt x="-714" y="232529"/>
                  <a:pt x="1905" y="239584"/>
                </a:cubicBezTo>
                <a:cubicBezTo>
                  <a:pt x="13732" y="271463"/>
                  <a:pt x="38576" y="317897"/>
                  <a:pt x="75724" y="356652"/>
                </a:cubicBezTo>
                <a:cubicBezTo>
                  <a:pt x="113109" y="395674"/>
                  <a:pt x="164465" y="428625"/>
                  <a:pt x="228600" y="428625"/>
                </a:cubicBezTo>
                <a:cubicBezTo>
                  <a:pt x="292735" y="428625"/>
                  <a:pt x="344091" y="395764"/>
                  <a:pt x="381476" y="356652"/>
                </a:cubicBezTo>
                <a:cubicBezTo>
                  <a:pt x="418624" y="317808"/>
                  <a:pt x="443468" y="271463"/>
                  <a:pt x="455295" y="239584"/>
                </a:cubicBezTo>
                <a:cubicBezTo>
                  <a:pt x="457914" y="232529"/>
                  <a:pt x="457914" y="224671"/>
                  <a:pt x="455295" y="217616"/>
                </a:cubicBezTo>
                <a:cubicBezTo>
                  <a:pt x="443468" y="185737"/>
                  <a:pt x="418624" y="139303"/>
                  <a:pt x="381476" y="100548"/>
                </a:cubicBezTo>
                <a:cubicBezTo>
                  <a:pt x="344091" y="61526"/>
                  <a:pt x="292735" y="28575"/>
                  <a:pt x="228600" y="28575"/>
                </a:cubicBezTo>
                <a:close/>
                <a:moveTo>
                  <a:pt x="114300" y="228600"/>
                </a:moveTo>
                <a:cubicBezTo>
                  <a:pt x="114300" y="157631"/>
                  <a:pt x="165516" y="100013"/>
                  <a:pt x="228600" y="100013"/>
                </a:cubicBezTo>
                <a:cubicBezTo>
                  <a:pt x="291684" y="100013"/>
                  <a:pt x="342900" y="157631"/>
                  <a:pt x="342900" y="228600"/>
                </a:cubicBezTo>
                <a:cubicBezTo>
                  <a:pt x="342900" y="299569"/>
                  <a:pt x="291684" y="357188"/>
                  <a:pt x="228600" y="357188"/>
                </a:cubicBezTo>
                <a:cubicBezTo>
                  <a:pt x="165516" y="357188"/>
                  <a:pt x="114300" y="299569"/>
                  <a:pt x="114300" y="228600"/>
                </a:cubicBezTo>
                <a:close/>
                <a:moveTo>
                  <a:pt x="228600" y="171450"/>
                </a:moveTo>
                <a:cubicBezTo>
                  <a:pt x="228600" y="202972"/>
                  <a:pt x="205819" y="228600"/>
                  <a:pt x="177800" y="228600"/>
                </a:cubicBezTo>
                <a:cubicBezTo>
                  <a:pt x="168672" y="228600"/>
                  <a:pt x="160099" y="225921"/>
                  <a:pt x="152638" y="221099"/>
                </a:cubicBezTo>
                <a:cubicBezTo>
                  <a:pt x="151844" y="230832"/>
                  <a:pt x="152559" y="240834"/>
                  <a:pt x="154940" y="250746"/>
                </a:cubicBezTo>
                <a:cubicBezTo>
                  <a:pt x="165814" y="296466"/>
                  <a:pt x="207645" y="323612"/>
                  <a:pt x="248285" y="311378"/>
                </a:cubicBezTo>
                <a:cubicBezTo>
                  <a:pt x="288925" y="299145"/>
                  <a:pt x="313055" y="252085"/>
                  <a:pt x="302181" y="206365"/>
                </a:cubicBezTo>
                <a:cubicBezTo>
                  <a:pt x="292497" y="165556"/>
                  <a:pt x="258128" y="139571"/>
                  <a:pt x="221933" y="143143"/>
                </a:cubicBezTo>
                <a:cubicBezTo>
                  <a:pt x="226139" y="151448"/>
                  <a:pt x="228600" y="161092"/>
                  <a:pt x="228600" y="171450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476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Stay Aware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6000" y="29210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up with the latest phishing techniques. Cybercriminals constantly evolve their tactics.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95000" y="1524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112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6278" y="2590"/>
                </a:moveTo>
                <a:cubicBezTo>
                  <a:pt x="222528" y="893"/>
                  <a:pt x="218509" y="0"/>
                  <a:pt x="214313" y="0"/>
                </a:cubicBezTo>
                <a:cubicBezTo>
                  <a:pt x="210116" y="0"/>
                  <a:pt x="206097" y="893"/>
                  <a:pt x="202347" y="2590"/>
                </a:cubicBezTo>
                <a:lnTo>
                  <a:pt x="34201" y="73938"/>
                </a:lnTo>
                <a:cubicBezTo>
                  <a:pt x="14555" y="82242"/>
                  <a:pt x="-89" y="101620"/>
                  <a:pt x="0" y="125016"/>
                </a:cubicBezTo>
                <a:cubicBezTo>
                  <a:pt x="446" y="213598"/>
                  <a:pt x="36880" y="375672"/>
                  <a:pt x="190738" y="449342"/>
                </a:cubicBezTo>
                <a:cubicBezTo>
                  <a:pt x="205651" y="456486"/>
                  <a:pt x="222974" y="456486"/>
                  <a:pt x="237887" y="449342"/>
                </a:cubicBezTo>
                <a:cubicBezTo>
                  <a:pt x="391835" y="375672"/>
                  <a:pt x="428268" y="213598"/>
                  <a:pt x="428625" y="125016"/>
                </a:cubicBezTo>
                <a:cubicBezTo>
                  <a:pt x="428714" y="101620"/>
                  <a:pt x="414070" y="82242"/>
                  <a:pt x="394424" y="73938"/>
                </a:cubicBezTo>
                <a:lnTo>
                  <a:pt x="226278" y="2590"/>
                </a:lnTo>
                <a:close/>
                <a:moveTo>
                  <a:pt x="214313" y="114300"/>
                </a:moveTo>
                <a:cubicBezTo>
                  <a:pt x="226189" y="114300"/>
                  <a:pt x="235744" y="123855"/>
                  <a:pt x="235744" y="135731"/>
                </a:cubicBezTo>
                <a:cubicBezTo>
                  <a:pt x="235744" y="156180"/>
                  <a:pt x="260479" y="166449"/>
                  <a:pt x="274945" y="151983"/>
                </a:cubicBezTo>
                <a:cubicBezTo>
                  <a:pt x="283339" y="143589"/>
                  <a:pt x="296912" y="143589"/>
                  <a:pt x="305217" y="151983"/>
                </a:cubicBezTo>
                <a:cubicBezTo>
                  <a:pt x="313521" y="160377"/>
                  <a:pt x="313611" y="173950"/>
                  <a:pt x="305217" y="182255"/>
                </a:cubicBezTo>
                <a:cubicBezTo>
                  <a:pt x="290751" y="196721"/>
                  <a:pt x="301020" y="221456"/>
                  <a:pt x="321469" y="221456"/>
                </a:cubicBezTo>
                <a:cubicBezTo>
                  <a:pt x="333345" y="221456"/>
                  <a:pt x="342900" y="231011"/>
                  <a:pt x="342900" y="242888"/>
                </a:cubicBezTo>
                <a:cubicBezTo>
                  <a:pt x="342900" y="254764"/>
                  <a:pt x="333345" y="264319"/>
                  <a:pt x="321469" y="264319"/>
                </a:cubicBezTo>
                <a:cubicBezTo>
                  <a:pt x="301020" y="264319"/>
                  <a:pt x="290751" y="289054"/>
                  <a:pt x="305217" y="303520"/>
                </a:cubicBezTo>
                <a:cubicBezTo>
                  <a:pt x="313611" y="311914"/>
                  <a:pt x="313611" y="325487"/>
                  <a:pt x="305217" y="333792"/>
                </a:cubicBezTo>
                <a:cubicBezTo>
                  <a:pt x="296823" y="342096"/>
                  <a:pt x="283250" y="342186"/>
                  <a:pt x="274945" y="333792"/>
                </a:cubicBezTo>
                <a:cubicBezTo>
                  <a:pt x="260479" y="319326"/>
                  <a:pt x="235744" y="329595"/>
                  <a:pt x="235744" y="350044"/>
                </a:cubicBezTo>
                <a:cubicBezTo>
                  <a:pt x="235744" y="361920"/>
                  <a:pt x="226189" y="371475"/>
                  <a:pt x="214313" y="371475"/>
                </a:cubicBezTo>
                <a:cubicBezTo>
                  <a:pt x="202436" y="371475"/>
                  <a:pt x="192881" y="361920"/>
                  <a:pt x="192881" y="350044"/>
                </a:cubicBezTo>
                <a:cubicBezTo>
                  <a:pt x="192881" y="329595"/>
                  <a:pt x="168146" y="319326"/>
                  <a:pt x="153680" y="333792"/>
                </a:cubicBezTo>
                <a:cubicBezTo>
                  <a:pt x="145286" y="342186"/>
                  <a:pt x="131713" y="342186"/>
                  <a:pt x="123408" y="333792"/>
                </a:cubicBezTo>
                <a:cubicBezTo>
                  <a:pt x="115104" y="325398"/>
                  <a:pt x="115014" y="311825"/>
                  <a:pt x="123408" y="303520"/>
                </a:cubicBezTo>
                <a:cubicBezTo>
                  <a:pt x="137874" y="289054"/>
                  <a:pt x="127605" y="264319"/>
                  <a:pt x="107156" y="264319"/>
                </a:cubicBezTo>
                <a:cubicBezTo>
                  <a:pt x="95280" y="264319"/>
                  <a:pt x="85725" y="254764"/>
                  <a:pt x="85725" y="242888"/>
                </a:cubicBezTo>
                <a:cubicBezTo>
                  <a:pt x="85725" y="231011"/>
                  <a:pt x="95280" y="221456"/>
                  <a:pt x="107156" y="221456"/>
                </a:cubicBezTo>
                <a:cubicBezTo>
                  <a:pt x="127605" y="221456"/>
                  <a:pt x="137874" y="196721"/>
                  <a:pt x="123408" y="182255"/>
                </a:cubicBezTo>
                <a:cubicBezTo>
                  <a:pt x="115014" y="173861"/>
                  <a:pt x="115014" y="160288"/>
                  <a:pt x="123408" y="151983"/>
                </a:cubicBezTo>
                <a:cubicBezTo>
                  <a:pt x="131802" y="143679"/>
                  <a:pt x="145375" y="143589"/>
                  <a:pt x="153680" y="151983"/>
                </a:cubicBezTo>
                <a:cubicBezTo>
                  <a:pt x="168146" y="166449"/>
                  <a:pt x="192881" y="156180"/>
                  <a:pt x="192881" y="135731"/>
                </a:cubicBezTo>
                <a:cubicBezTo>
                  <a:pt x="192881" y="123855"/>
                  <a:pt x="202436" y="114300"/>
                  <a:pt x="214313" y="114300"/>
                </a:cubicBezTo>
                <a:close/>
                <a:moveTo>
                  <a:pt x="185738" y="235744"/>
                </a:moveTo>
                <a:cubicBezTo>
                  <a:pt x="197566" y="235744"/>
                  <a:pt x="207169" y="226141"/>
                  <a:pt x="207169" y="214313"/>
                </a:cubicBezTo>
                <a:cubicBezTo>
                  <a:pt x="207169" y="202484"/>
                  <a:pt x="197566" y="192881"/>
                  <a:pt x="185738" y="192881"/>
                </a:cubicBezTo>
                <a:cubicBezTo>
                  <a:pt x="173909" y="192881"/>
                  <a:pt x="164306" y="202484"/>
                  <a:pt x="164306" y="214313"/>
                </a:cubicBezTo>
                <a:cubicBezTo>
                  <a:pt x="164306" y="226141"/>
                  <a:pt x="173909" y="235744"/>
                  <a:pt x="185738" y="235744"/>
                </a:cubicBezTo>
                <a:close/>
                <a:moveTo>
                  <a:pt x="264319" y="271463"/>
                </a:moveTo>
                <a:cubicBezTo>
                  <a:pt x="264319" y="259634"/>
                  <a:pt x="254716" y="250031"/>
                  <a:pt x="242888" y="250031"/>
                </a:cubicBezTo>
                <a:cubicBezTo>
                  <a:pt x="231059" y="250031"/>
                  <a:pt x="221456" y="259634"/>
                  <a:pt x="221456" y="271463"/>
                </a:cubicBezTo>
                <a:cubicBezTo>
                  <a:pt x="221456" y="283291"/>
                  <a:pt x="231059" y="292894"/>
                  <a:pt x="242888" y="292894"/>
                </a:cubicBezTo>
                <a:cubicBezTo>
                  <a:pt x="254716" y="292894"/>
                  <a:pt x="264319" y="283291"/>
                  <a:pt x="264319" y="271463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14" name="Text 12"/>
          <p:cNvSpPr/>
          <p:nvPr/>
        </p:nvSpPr>
        <p:spPr>
          <a:xfrm>
            <a:off x="11112500" y="2476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Tools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12500" y="29210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 reputable antivirus, use firewalls, and enable email spam filters for added protection.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63900" y="5143500"/>
            <a:ext cx="4699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81400" y="546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18" name="Text 16"/>
          <p:cNvSpPr/>
          <p:nvPr/>
        </p:nvSpPr>
        <p:spPr>
          <a:xfrm>
            <a:off x="3581400" y="6096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Regular Backups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581400" y="6540500"/>
            <a:ext cx="406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 offline backups of important data to recover from ransomware attacks quickly.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80400" y="5143500"/>
            <a:ext cx="4699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97900" y="546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cubicBezTo>
                  <a:pt x="65314" y="12769"/>
                  <a:pt x="50721" y="0"/>
                  <a:pt x="32657" y="0"/>
                </a:cubicBezTo>
                <a:cubicBezTo>
                  <a:pt x="14594" y="0"/>
                  <a:pt x="0" y="12769"/>
                  <a:pt x="0" y="28575"/>
                </a:cubicBezTo>
                <a:lnTo>
                  <a:pt x="0" y="428625"/>
                </a:lnTo>
                <a:cubicBezTo>
                  <a:pt x="0" y="444431"/>
                  <a:pt x="14594" y="457200"/>
                  <a:pt x="32657" y="457200"/>
                </a:cubicBezTo>
                <a:cubicBezTo>
                  <a:pt x="50721" y="457200"/>
                  <a:pt x="65314" y="444431"/>
                  <a:pt x="65314" y="428625"/>
                </a:cubicBezTo>
                <a:lnTo>
                  <a:pt x="65314" y="320040"/>
                </a:lnTo>
                <a:lnTo>
                  <a:pt x="129302" y="303252"/>
                </a:lnTo>
                <a:cubicBezTo>
                  <a:pt x="172062" y="292001"/>
                  <a:pt x="218191" y="295483"/>
                  <a:pt x="258093" y="312986"/>
                </a:cubicBezTo>
                <a:cubicBezTo>
                  <a:pt x="301670" y="332095"/>
                  <a:pt x="352493" y="334417"/>
                  <a:pt x="398111" y="319415"/>
                </a:cubicBezTo>
                <a:lnTo>
                  <a:pt x="435973" y="307003"/>
                </a:lnTo>
                <a:cubicBezTo>
                  <a:pt x="448730" y="302806"/>
                  <a:pt x="457200" y="292179"/>
                  <a:pt x="457200" y="280214"/>
                </a:cubicBezTo>
                <a:lnTo>
                  <a:pt x="457200" y="59025"/>
                </a:lnTo>
                <a:cubicBezTo>
                  <a:pt x="457200" y="38487"/>
                  <a:pt x="432503" y="25092"/>
                  <a:pt x="411480" y="34290"/>
                </a:cubicBezTo>
                <a:lnTo>
                  <a:pt x="399438" y="39559"/>
                </a:lnTo>
                <a:cubicBezTo>
                  <a:pt x="353616" y="59650"/>
                  <a:pt x="299629" y="59650"/>
                  <a:pt x="253705" y="39559"/>
                </a:cubicBezTo>
                <a:cubicBezTo>
                  <a:pt x="216558" y="23306"/>
                  <a:pt x="173797" y="20092"/>
                  <a:pt x="134098" y="30540"/>
                </a:cubicBezTo>
                <a:lnTo>
                  <a:pt x="65314" y="48578"/>
                </a:lnTo>
                <a:lnTo>
                  <a:pt x="65314" y="28575"/>
                </a:ln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22" name="Text 20"/>
          <p:cNvSpPr/>
          <p:nvPr/>
        </p:nvSpPr>
        <p:spPr>
          <a:xfrm>
            <a:off x="8597900" y="6096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C786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 Phishing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97900" y="6540500"/>
            <a:ext cx="406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suspicious emails to your IT team and use "Report Phishing" features in your email client.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25" name="Text 23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1B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257175"/>
                </a:moveTo>
                <a:cubicBezTo>
                  <a:pt x="0" y="178237"/>
                  <a:pt x="73070" y="114300"/>
                  <a:pt x="163286" y="114300"/>
                </a:cubicBezTo>
                <a:lnTo>
                  <a:pt x="174171" y="114300"/>
                </a:lnTo>
                <a:cubicBezTo>
                  <a:pt x="198256" y="114300"/>
                  <a:pt x="217714" y="131326"/>
                  <a:pt x="217714" y="152400"/>
                </a:cubicBezTo>
                <a:cubicBezTo>
                  <a:pt x="217714" y="173474"/>
                  <a:pt x="198256" y="190500"/>
                  <a:pt x="174171" y="190500"/>
                </a:cubicBezTo>
                <a:lnTo>
                  <a:pt x="163286" y="190500"/>
                </a:lnTo>
                <a:cubicBezTo>
                  <a:pt x="121240" y="190500"/>
                  <a:pt x="87086" y="220385"/>
                  <a:pt x="87086" y="257175"/>
                </a:cubicBezTo>
                <a:lnTo>
                  <a:pt x="87086" y="266700"/>
                </a:lnTo>
                <a:lnTo>
                  <a:pt x="174171" y="266700"/>
                </a:lnTo>
                <a:cubicBezTo>
                  <a:pt x="222205" y="266700"/>
                  <a:pt x="261257" y="300871"/>
                  <a:pt x="261257" y="342900"/>
                </a:cubicBezTo>
                <a:lnTo>
                  <a:pt x="261257" y="419100"/>
                </a:lnTo>
                <a:cubicBezTo>
                  <a:pt x="261257" y="461129"/>
                  <a:pt x="222205" y="495300"/>
                  <a:pt x="174171" y="495300"/>
                </a:cubicBezTo>
                <a:lnTo>
                  <a:pt x="87086" y="495300"/>
                </a:lnTo>
                <a:cubicBezTo>
                  <a:pt x="39053" y="495300"/>
                  <a:pt x="0" y="461129"/>
                  <a:pt x="0" y="419100"/>
                </a:cubicBezTo>
                <a:lnTo>
                  <a:pt x="0" y="257175"/>
                </a:lnTo>
                <a:close/>
                <a:moveTo>
                  <a:pt x="348343" y="257175"/>
                </a:moveTo>
                <a:cubicBezTo>
                  <a:pt x="348343" y="178237"/>
                  <a:pt x="421413" y="114300"/>
                  <a:pt x="511629" y="114300"/>
                </a:cubicBezTo>
                <a:lnTo>
                  <a:pt x="522514" y="114300"/>
                </a:lnTo>
                <a:cubicBezTo>
                  <a:pt x="546599" y="114300"/>
                  <a:pt x="566057" y="131326"/>
                  <a:pt x="566057" y="152400"/>
                </a:cubicBezTo>
                <a:cubicBezTo>
                  <a:pt x="566057" y="173474"/>
                  <a:pt x="546599" y="190500"/>
                  <a:pt x="522514" y="190500"/>
                </a:cubicBezTo>
                <a:lnTo>
                  <a:pt x="511629" y="190500"/>
                </a:lnTo>
                <a:cubicBezTo>
                  <a:pt x="469583" y="190500"/>
                  <a:pt x="435429" y="220385"/>
                  <a:pt x="435429" y="257175"/>
                </a:cubicBezTo>
                <a:lnTo>
                  <a:pt x="435429" y="266700"/>
                </a:lnTo>
                <a:lnTo>
                  <a:pt x="522514" y="266700"/>
                </a:lnTo>
                <a:cubicBezTo>
                  <a:pt x="570548" y="266700"/>
                  <a:pt x="609600" y="300871"/>
                  <a:pt x="609600" y="342900"/>
                </a:cubicBezTo>
                <a:lnTo>
                  <a:pt x="609600" y="419100"/>
                </a:lnTo>
                <a:cubicBezTo>
                  <a:pt x="609600" y="461129"/>
                  <a:pt x="570548" y="495300"/>
                  <a:pt x="522514" y="495300"/>
                </a:cubicBezTo>
                <a:lnTo>
                  <a:pt x="435429" y="495300"/>
                </a:lnTo>
                <a:cubicBezTo>
                  <a:pt x="387395" y="495300"/>
                  <a:pt x="348343" y="461129"/>
                  <a:pt x="348343" y="419100"/>
                </a:cubicBezTo>
                <a:lnTo>
                  <a:pt x="348343" y="257175"/>
                </a:lnTo>
                <a:close/>
              </a:path>
            </a:pathLst>
          </a:custGeom>
          <a:solidFill>
            <a:srgbClr val="C7861E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413000"/>
            <a:ext cx="1371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i="1" dirty="0">
                <a:solidFill>
                  <a:srgbClr val="3A3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"The weakest link in security is the human element.</a:t>
            </a:r>
            <a:endParaRPr lang="en-US" sz="2800" dirty="0"/>
          </a:p>
          <a:p>
            <a:pPr algn="ctr">
              <a:lnSpc>
                <a:spcPct val="140000"/>
              </a:lnSpc>
            </a:pPr>
            <a:r>
              <a:rPr lang="en-US" sz="2800" i="1" dirty="0">
                <a:solidFill>
                  <a:srgbClr val="3A3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sure you're not that link."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3937000"/>
            <a:ext cx="2540000" cy="254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7" name="Shape 5"/>
          <p:cNvSpPr/>
          <p:nvPr/>
        </p:nvSpPr>
        <p:spPr>
          <a:xfrm>
            <a:off x="1524000" y="444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1112"/>
                </a:moveTo>
                <a:cubicBezTo>
                  <a:pt x="209692" y="11112"/>
                  <a:pt x="235585" y="43478"/>
                  <a:pt x="235585" y="83344"/>
                </a:cubicBezTo>
                <a:cubicBezTo>
                  <a:pt x="235585" y="123209"/>
                  <a:pt x="209692" y="155575"/>
                  <a:pt x="177800" y="155575"/>
                </a:cubicBezTo>
                <a:cubicBezTo>
                  <a:pt x="145908" y="155575"/>
                  <a:pt x="120015" y="123209"/>
                  <a:pt x="120015" y="83344"/>
                </a:cubicBezTo>
                <a:cubicBezTo>
                  <a:pt x="120015" y="43478"/>
                  <a:pt x="145908" y="11113"/>
                  <a:pt x="177800" y="11112"/>
                </a:cubicBezTo>
                <a:close/>
                <a:moveTo>
                  <a:pt x="53340" y="61119"/>
                </a:moveTo>
                <a:cubicBezTo>
                  <a:pt x="75419" y="61119"/>
                  <a:pt x="93345" y="83526"/>
                  <a:pt x="93345" y="111125"/>
                </a:cubicBezTo>
                <a:cubicBezTo>
                  <a:pt x="93345" y="138724"/>
                  <a:pt x="75419" y="161131"/>
                  <a:pt x="53340" y="161131"/>
                </a:cubicBezTo>
                <a:cubicBezTo>
                  <a:pt x="31261" y="161131"/>
                  <a:pt x="13335" y="138724"/>
                  <a:pt x="13335" y="111125"/>
                </a:cubicBezTo>
                <a:cubicBezTo>
                  <a:pt x="13335" y="83526"/>
                  <a:pt x="31261" y="61119"/>
                  <a:pt x="53340" y="61119"/>
                </a:cubicBezTo>
                <a:close/>
                <a:moveTo>
                  <a:pt x="0" y="288925"/>
                </a:moveTo>
                <a:cubicBezTo>
                  <a:pt x="0" y="239822"/>
                  <a:pt x="31837" y="200025"/>
                  <a:pt x="71120" y="200025"/>
                </a:cubicBezTo>
                <a:cubicBezTo>
                  <a:pt x="78232" y="200025"/>
                  <a:pt x="85122" y="201345"/>
                  <a:pt x="91623" y="203775"/>
                </a:cubicBezTo>
                <a:cubicBezTo>
                  <a:pt x="73343" y="229334"/>
                  <a:pt x="62230" y="263088"/>
                  <a:pt x="62230" y="300038"/>
                </a:cubicBezTo>
                <a:lnTo>
                  <a:pt x="62230" y="311150"/>
                </a:lnTo>
                <a:cubicBezTo>
                  <a:pt x="62230" y="319068"/>
                  <a:pt x="63564" y="326569"/>
                  <a:pt x="65953" y="333375"/>
                </a:cubicBezTo>
                <a:lnTo>
                  <a:pt x="17780" y="333375"/>
                </a:lnTo>
                <a:cubicBezTo>
                  <a:pt x="7945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289647" y="333375"/>
                </a:moveTo>
                <a:cubicBezTo>
                  <a:pt x="292036" y="326569"/>
                  <a:pt x="293370" y="319068"/>
                  <a:pt x="293370" y="311150"/>
                </a:cubicBezTo>
                <a:lnTo>
                  <a:pt x="293370" y="300038"/>
                </a:lnTo>
                <a:cubicBezTo>
                  <a:pt x="293370" y="263088"/>
                  <a:pt x="282257" y="229334"/>
                  <a:pt x="263977" y="203775"/>
                </a:cubicBezTo>
                <a:cubicBezTo>
                  <a:pt x="270478" y="201345"/>
                  <a:pt x="277368" y="200025"/>
                  <a:pt x="284480" y="200025"/>
                </a:cubicBezTo>
                <a:cubicBezTo>
                  <a:pt x="323763" y="200025"/>
                  <a:pt x="355600" y="239822"/>
                  <a:pt x="355600" y="288925"/>
                </a:cubicBezTo>
                <a:lnTo>
                  <a:pt x="355600" y="311150"/>
                </a:lnTo>
                <a:cubicBezTo>
                  <a:pt x="355600" y="323443"/>
                  <a:pt x="347655" y="333375"/>
                  <a:pt x="337820" y="333375"/>
                </a:cubicBezTo>
                <a:lnTo>
                  <a:pt x="289647" y="333375"/>
                </a:lnTo>
                <a:close/>
                <a:moveTo>
                  <a:pt x="262255" y="111125"/>
                </a:moveTo>
                <a:cubicBezTo>
                  <a:pt x="262255" y="83526"/>
                  <a:pt x="280181" y="61119"/>
                  <a:pt x="302260" y="61119"/>
                </a:cubicBezTo>
                <a:cubicBezTo>
                  <a:pt x="324339" y="61119"/>
                  <a:pt x="342265" y="83526"/>
                  <a:pt x="342265" y="111125"/>
                </a:cubicBezTo>
                <a:cubicBezTo>
                  <a:pt x="342265" y="138724"/>
                  <a:pt x="324339" y="161131"/>
                  <a:pt x="302260" y="161131"/>
                </a:cubicBezTo>
                <a:cubicBezTo>
                  <a:pt x="280181" y="161131"/>
                  <a:pt x="262255" y="138724"/>
                  <a:pt x="262255" y="111125"/>
                </a:cubicBezTo>
                <a:close/>
                <a:moveTo>
                  <a:pt x="88900" y="300038"/>
                </a:moveTo>
                <a:cubicBezTo>
                  <a:pt x="88900" y="238641"/>
                  <a:pt x="128683" y="188913"/>
                  <a:pt x="177800" y="188913"/>
                </a:cubicBezTo>
                <a:cubicBezTo>
                  <a:pt x="226917" y="188913"/>
                  <a:pt x="266700" y="238641"/>
                  <a:pt x="266700" y="300038"/>
                </a:cubicBezTo>
                <a:lnTo>
                  <a:pt x="266700" y="311150"/>
                </a:lnTo>
                <a:cubicBezTo>
                  <a:pt x="266700" y="323443"/>
                  <a:pt x="258755" y="333375"/>
                  <a:pt x="248920" y="333375"/>
                </a:cubicBezTo>
                <a:lnTo>
                  <a:pt x="106680" y="333375"/>
                </a:lnTo>
                <a:cubicBezTo>
                  <a:pt x="96845" y="333375"/>
                  <a:pt x="88900" y="323443"/>
                  <a:pt x="88900" y="311150"/>
                </a:cubicBezTo>
                <a:lnTo>
                  <a:pt x="88900" y="300038"/>
                </a:ln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8" name="Text 6"/>
          <p:cNvSpPr/>
          <p:nvPr/>
        </p:nvSpPr>
        <p:spPr>
          <a:xfrm>
            <a:off x="2095500" y="4381500"/>
            <a:ext cx="1289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Cybersecurity awareness is everyone's responsibility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not just the IT department.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5240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9B1B30"/>
          </a:solidFill>
          <a:ln/>
        </p:spPr>
      </p:sp>
      <p:sp>
        <p:nvSpPr>
          <p:cNvPr id="10" name="Text 8"/>
          <p:cNvSpPr/>
          <p:nvPr/>
        </p:nvSpPr>
        <p:spPr>
          <a:xfrm>
            <a:off x="2095500" y="5334000"/>
            <a:ext cx="1289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Phishing attacks are becoming more sophisticated, but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awareness is your best defense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524000" y="635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33350"/>
                </a:moveTo>
                <a:lnTo>
                  <a:pt x="155575" y="133350"/>
                </a:lnTo>
                <a:lnTo>
                  <a:pt x="155575" y="0"/>
                </a:lnTo>
                <a:lnTo>
                  <a:pt x="148167" y="0"/>
                </a:lnTo>
                <a:cubicBezTo>
                  <a:pt x="66305" y="0"/>
                  <a:pt x="0" y="49728"/>
                  <a:pt x="0" y="111125"/>
                </a:cubicBezTo>
                <a:lnTo>
                  <a:pt x="0" y="133350"/>
                </a:lnTo>
                <a:close/>
                <a:moveTo>
                  <a:pt x="0" y="166688"/>
                </a:moveTo>
                <a:lnTo>
                  <a:pt x="0" y="244475"/>
                </a:lnTo>
                <a:cubicBezTo>
                  <a:pt x="0" y="305872"/>
                  <a:pt x="66305" y="355600"/>
                  <a:pt x="148167" y="355600"/>
                </a:cubicBezTo>
                <a:lnTo>
                  <a:pt x="207433" y="355600"/>
                </a:lnTo>
                <a:cubicBezTo>
                  <a:pt x="289295" y="355600"/>
                  <a:pt x="355600" y="305872"/>
                  <a:pt x="355600" y="244475"/>
                </a:cubicBezTo>
                <a:lnTo>
                  <a:pt x="355600" y="166688"/>
                </a:lnTo>
                <a:lnTo>
                  <a:pt x="0" y="166688"/>
                </a:lnTo>
                <a:close/>
                <a:moveTo>
                  <a:pt x="355600" y="133350"/>
                </a:moveTo>
                <a:lnTo>
                  <a:pt x="355600" y="111125"/>
                </a:lnTo>
                <a:cubicBezTo>
                  <a:pt x="355600" y="49728"/>
                  <a:pt x="289295" y="0"/>
                  <a:pt x="207433" y="0"/>
                </a:cubicBezTo>
                <a:lnTo>
                  <a:pt x="200025" y="0"/>
                </a:lnTo>
                <a:lnTo>
                  <a:pt x="200025" y="133350"/>
                </a:lnTo>
                <a:lnTo>
                  <a:pt x="355600" y="133350"/>
                </a:ln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12" name="Text 10"/>
          <p:cNvSpPr/>
          <p:nvPr/>
        </p:nvSpPr>
        <p:spPr>
          <a:xfrm>
            <a:off x="2095500" y="6286500"/>
            <a:ext cx="1289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before you click.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something feels off, trust your instincts and verify.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524000" y="730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C7861E"/>
          </a:solidFill>
          <a:ln/>
        </p:spPr>
      </p:sp>
      <p:sp>
        <p:nvSpPr>
          <p:cNvPr id="14" name="Text 12"/>
          <p:cNvSpPr/>
          <p:nvPr/>
        </p:nvSpPr>
        <p:spPr>
          <a:xfrm>
            <a:off x="2095500" y="7239000"/>
            <a:ext cx="1289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Stay vigilant, stay informed, and stay secure.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16" name="Text 14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4dk5oazw5bkk/mnt/agents/output/phishing-awareness/images/7_Cyber_Attacker_Over_127_453_Royalty.png">    </p:cNvPr>
          <p:cNvPicPr>
            <a:picLocks noChangeAspect="1"/>
          </p:cNvPicPr>
          <p:nvPr/>
        </p:nvPicPr>
        <p:blipFill>
          <a:blip r:embed="rId1"/>
          <a:srcRect l="0" r="0" t="8214" b="821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C1E">
                  <a:alpha val="90000"/>
                </a:srgbClr>
              </a:gs>
              <a:gs pos="100000">
                <a:srgbClr val="1C1C1E">
                  <a:alpha val="95000"/>
                </a:srgbClr>
              </a:gs>
            </a:gsLst>
            <a:path path="circle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365500"/>
            <a:ext cx="1016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683000" y="4318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Stay Safe Online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0" y="5016500"/>
            <a:ext cx="2540000" cy="38100"/>
          </a:xfrm>
          <a:prstGeom prst="rect">
            <a:avLst/>
          </a:prstGeom>
          <a:solidFill>
            <a:srgbClr val="C7861E"/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E8E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Khadija | CodeAlpha Internship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823200" y="609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C7861E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Phishing Awareness Training</dc:subject>
  <dc:creator>Kimi</dc:creator>
  <cp:lastModifiedBy>Kimi</cp:lastModifiedBy>
  <cp:revision>1</cp:revision>
  <dcterms:created xsi:type="dcterms:W3CDTF">2026-06-20T20:42:35Z</dcterms:created>
  <dcterms:modified xsi:type="dcterms:W3CDTF">2026-06-20T20:42:35Z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{"Label":"Phishing Awareness Training","ContentProducer":"001191110108MACG2KBH8F10000","ProduceID":"19ee6bfe-42a2-8a05-8000-00009a3f44bc","ReservedCode1":"","ContentPropagator":"001191110108MACG2KBH8F20000","PropagateID":"19ee6be8-2f32-897c-8000-09ef07f9a34a","ReservedCode2":""}</vt:lpwstr>
  </property>
</Properties>
</file>